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9" r:id="rId4"/>
    <p:sldId id="278" r:id="rId5"/>
    <p:sldId id="285" r:id="rId6"/>
    <p:sldId id="286" r:id="rId7"/>
    <p:sldId id="288" r:id="rId8"/>
    <p:sldId id="287" r:id="rId9"/>
    <p:sldId id="282" r:id="rId10"/>
    <p:sldId id="284" r:id="rId11"/>
    <p:sldId id="289" r:id="rId12"/>
    <p:sldId id="269" r:id="rId13"/>
    <p:sldId id="262" r:id="rId14"/>
    <p:sldId id="274" r:id="rId15"/>
    <p:sldId id="271" r:id="rId16"/>
    <p:sldId id="290" r:id="rId17"/>
    <p:sldId id="291" r:id="rId18"/>
    <p:sldId id="283" r:id="rId19"/>
    <p:sldId id="265"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37905E4-5015-4DDE-A1CB-5D529572A792}" v="34" dt="2023-04-20T19:12:34.3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9" d="100"/>
          <a:sy n="89" d="100"/>
        </p:scale>
        <p:origin x="46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rshan Panchal" userId="c86216a03e4951fb" providerId="LiveId" clId="{A37905E4-5015-4DDE-A1CB-5D529572A792}"/>
    <pc:docChg chg="undo custSel addSld delSld modSld sldOrd">
      <pc:chgData name="Darshan Panchal" userId="c86216a03e4951fb" providerId="LiveId" clId="{A37905E4-5015-4DDE-A1CB-5D529572A792}" dt="2023-04-20T19:16:43.525" v="404" actId="11529"/>
      <pc:docMkLst>
        <pc:docMk/>
      </pc:docMkLst>
      <pc:sldChg chg="ord">
        <pc:chgData name="Darshan Panchal" userId="c86216a03e4951fb" providerId="LiveId" clId="{A37905E4-5015-4DDE-A1CB-5D529572A792}" dt="2023-04-20T18:36:49.558" v="156"/>
        <pc:sldMkLst>
          <pc:docMk/>
          <pc:sldMk cId="2757989307" sldId="278"/>
        </pc:sldMkLst>
      </pc:sldChg>
      <pc:sldChg chg="ord">
        <pc:chgData name="Darshan Panchal" userId="c86216a03e4951fb" providerId="LiveId" clId="{A37905E4-5015-4DDE-A1CB-5D529572A792}" dt="2023-04-20T18:36:33.465" v="154"/>
        <pc:sldMkLst>
          <pc:docMk/>
          <pc:sldMk cId="1233991506" sldId="279"/>
        </pc:sldMkLst>
      </pc:sldChg>
      <pc:sldChg chg="ord">
        <pc:chgData name="Darshan Panchal" userId="c86216a03e4951fb" providerId="LiveId" clId="{A37905E4-5015-4DDE-A1CB-5D529572A792}" dt="2023-04-20T19:00:35.093" v="209"/>
        <pc:sldMkLst>
          <pc:docMk/>
          <pc:sldMk cId="2979563899" sldId="282"/>
        </pc:sldMkLst>
      </pc:sldChg>
      <pc:sldChg chg="modSp add mod">
        <pc:chgData name="Darshan Panchal" userId="c86216a03e4951fb" providerId="LiveId" clId="{A37905E4-5015-4DDE-A1CB-5D529572A792}" dt="2023-04-20T18:23:44.196" v="58" actId="20577"/>
        <pc:sldMkLst>
          <pc:docMk/>
          <pc:sldMk cId="2845833195" sldId="285"/>
        </pc:sldMkLst>
        <pc:spChg chg="mod">
          <ac:chgData name="Darshan Panchal" userId="c86216a03e4951fb" providerId="LiveId" clId="{A37905E4-5015-4DDE-A1CB-5D529572A792}" dt="2023-04-20T18:19:38.805" v="32" actId="255"/>
          <ac:spMkLst>
            <pc:docMk/>
            <pc:sldMk cId="2845833195" sldId="285"/>
            <ac:spMk id="2" creationId="{69D76C3C-10DD-492F-8A08-FB529B4E89BA}"/>
          </ac:spMkLst>
        </pc:spChg>
        <pc:spChg chg="mod">
          <ac:chgData name="Darshan Panchal" userId="c86216a03e4951fb" providerId="LiveId" clId="{A37905E4-5015-4DDE-A1CB-5D529572A792}" dt="2023-04-20T18:23:44.196" v="58" actId="20577"/>
          <ac:spMkLst>
            <pc:docMk/>
            <pc:sldMk cId="2845833195" sldId="285"/>
            <ac:spMk id="3" creationId="{A9A33763-19B6-4723-AE8E-A9AD732B9C3E}"/>
          </ac:spMkLst>
        </pc:spChg>
      </pc:sldChg>
      <pc:sldChg chg="modSp add mod">
        <pc:chgData name="Darshan Panchal" userId="c86216a03e4951fb" providerId="LiveId" clId="{A37905E4-5015-4DDE-A1CB-5D529572A792}" dt="2023-04-20T18:39:50.268" v="159" actId="113"/>
        <pc:sldMkLst>
          <pc:docMk/>
          <pc:sldMk cId="1191730575" sldId="286"/>
        </pc:sldMkLst>
        <pc:spChg chg="mod">
          <ac:chgData name="Darshan Panchal" userId="c86216a03e4951fb" providerId="LiveId" clId="{A37905E4-5015-4DDE-A1CB-5D529572A792}" dt="2023-04-20T18:33:03.342" v="142" actId="20577"/>
          <ac:spMkLst>
            <pc:docMk/>
            <pc:sldMk cId="1191730575" sldId="286"/>
            <ac:spMk id="2" creationId="{69D76C3C-10DD-492F-8A08-FB529B4E89BA}"/>
          </ac:spMkLst>
        </pc:spChg>
        <pc:spChg chg="mod">
          <ac:chgData name="Darshan Panchal" userId="c86216a03e4951fb" providerId="LiveId" clId="{A37905E4-5015-4DDE-A1CB-5D529572A792}" dt="2023-04-20T18:39:50.268" v="159" actId="113"/>
          <ac:spMkLst>
            <pc:docMk/>
            <pc:sldMk cId="1191730575" sldId="286"/>
            <ac:spMk id="3" creationId="{A9A33763-19B6-4723-AE8E-A9AD732B9C3E}"/>
          </ac:spMkLst>
        </pc:spChg>
      </pc:sldChg>
      <pc:sldChg chg="new add del">
        <pc:chgData name="Darshan Panchal" userId="c86216a03e4951fb" providerId="LiveId" clId="{A37905E4-5015-4DDE-A1CB-5D529572A792}" dt="2023-04-20T18:33:00.392" v="140" actId="680"/>
        <pc:sldMkLst>
          <pc:docMk/>
          <pc:sldMk cId="724520124" sldId="287"/>
        </pc:sldMkLst>
      </pc:sldChg>
      <pc:sldChg chg="modSp add mod ord">
        <pc:chgData name="Darshan Panchal" userId="c86216a03e4951fb" providerId="LiveId" clId="{A37905E4-5015-4DDE-A1CB-5D529572A792}" dt="2023-04-20T19:00:43.194" v="211"/>
        <pc:sldMkLst>
          <pc:docMk/>
          <pc:sldMk cId="2151819978" sldId="287"/>
        </pc:sldMkLst>
        <pc:spChg chg="mod">
          <ac:chgData name="Darshan Panchal" userId="c86216a03e4951fb" providerId="LiveId" clId="{A37905E4-5015-4DDE-A1CB-5D529572A792}" dt="2023-04-20T18:50:44.932" v="163"/>
          <ac:spMkLst>
            <pc:docMk/>
            <pc:sldMk cId="2151819978" sldId="287"/>
            <ac:spMk id="2" creationId="{69D76C3C-10DD-492F-8A08-FB529B4E89BA}"/>
          </ac:spMkLst>
        </pc:spChg>
        <pc:spChg chg="mod">
          <ac:chgData name="Darshan Panchal" userId="c86216a03e4951fb" providerId="LiveId" clId="{A37905E4-5015-4DDE-A1CB-5D529572A792}" dt="2023-04-20T18:54:52.708" v="178" actId="20577"/>
          <ac:spMkLst>
            <pc:docMk/>
            <pc:sldMk cId="2151819978" sldId="287"/>
            <ac:spMk id="3" creationId="{A9A33763-19B6-4723-AE8E-A9AD732B9C3E}"/>
          </ac:spMkLst>
        </pc:spChg>
      </pc:sldChg>
      <pc:sldChg chg="add del">
        <pc:chgData name="Darshan Panchal" userId="c86216a03e4951fb" providerId="LiveId" clId="{A37905E4-5015-4DDE-A1CB-5D529572A792}" dt="2023-04-20T18:32:56.919" v="138" actId="2890"/>
        <pc:sldMkLst>
          <pc:docMk/>
          <pc:sldMk cId="4024891155" sldId="287"/>
        </pc:sldMkLst>
      </pc:sldChg>
      <pc:sldChg chg="modSp add mod">
        <pc:chgData name="Darshan Panchal" userId="c86216a03e4951fb" providerId="LiveId" clId="{A37905E4-5015-4DDE-A1CB-5D529572A792}" dt="2023-04-20T18:59:28.448" v="207" actId="20577"/>
        <pc:sldMkLst>
          <pc:docMk/>
          <pc:sldMk cId="182576614" sldId="288"/>
        </pc:sldMkLst>
        <pc:spChg chg="mod">
          <ac:chgData name="Darshan Panchal" userId="c86216a03e4951fb" providerId="LiveId" clId="{A37905E4-5015-4DDE-A1CB-5D529572A792}" dt="2023-04-20T18:59:16.551" v="193" actId="2711"/>
          <ac:spMkLst>
            <pc:docMk/>
            <pc:sldMk cId="182576614" sldId="288"/>
            <ac:spMk id="2" creationId="{69D76C3C-10DD-492F-8A08-FB529B4E89BA}"/>
          </ac:spMkLst>
        </pc:spChg>
        <pc:spChg chg="mod">
          <ac:chgData name="Darshan Panchal" userId="c86216a03e4951fb" providerId="LiveId" clId="{A37905E4-5015-4DDE-A1CB-5D529572A792}" dt="2023-04-20T18:59:28.448" v="207" actId="20577"/>
          <ac:spMkLst>
            <pc:docMk/>
            <pc:sldMk cId="182576614" sldId="288"/>
            <ac:spMk id="3" creationId="{A9A33763-19B6-4723-AE8E-A9AD732B9C3E}"/>
          </ac:spMkLst>
        </pc:spChg>
      </pc:sldChg>
      <pc:sldChg chg="add del">
        <pc:chgData name="Darshan Panchal" userId="c86216a03e4951fb" providerId="LiveId" clId="{A37905E4-5015-4DDE-A1CB-5D529572A792}" dt="2023-04-20T18:50:37.806" v="161" actId="2890"/>
        <pc:sldMkLst>
          <pc:docMk/>
          <pc:sldMk cId="4117727603" sldId="288"/>
        </pc:sldMkLst>
      </pc:sldChg>
      <pc:sldChg chg="addSp delSp modSp add mod delDesignElem chgLayout">
        <pc:chgData name="Darshan Panchal" userId="c86216a03e4951fb" providerId="LiveId" clId="{A37905E4-5015-4DDE-A1CB-5D529572A792}" dt="2023-04-20T19:16:43.525" v="404" actId="11529"/>
        <pc:sldMkLst>
          <pc:docMk/>
          <pc:sldMk cId="843502192" sldId="289"/>
        </pc:sldMkLst>
        <pc:spChg chg="del mod ord">
          <ac:chgData name="Darshan Panchal" userId="c86216a03e4951fb" providerId="LiveId" clId="{A37905E4-5015-4DDE-A1CB-5D529572A792}" dt="2023-04-20T19:01:30.823" v="214" actId="478"/>
          <ac:spMkLst>
            <pc:docMk/>
            <pc:sldMk cId="843502192" sldId="289"/>
            <ac:spMk id="2" creationId="{69D76C3C-10DD-492F-8A08-FB529B4E89BA}"/>
          </ac:spMkLst>
        </pc:spChg>
        <pc:spChg chg="add del mod">
          <ac:chgData name="Darshan Panchal" userId="c86216a03e4951fb" providerId="LiveId" clId="{A37905E4-5015-4DDE-A1CB-5D529572A792}" dt="2023-04-20T19:16:43.525" v="404" actId="11529"/>
          <ac:spMkLst>
            <pc:docMk/>
            <pc:sldMk cId="843502192" sldId="289"/>
            <ac:spMk id="2" creationId="{E6195007-61A2-544B-BF29-0540E4E56569}"/>
          </ac:spMkLst>
        </pc:spChg>
        <pc:spChg chg="del mod ord">
          <ac:chgData name="Darshan Panchal" userId="c86216a03e4951fb" providerId="LiveId" clId="{A37905E4-5015-4DDE-A1CB-5D529572A792}" dt="2023-04-20T19:01:30.823" v="214" actId="478"/>
          <ac:spMkLst>
            <pc:docMk/>
            <pc:sldMk cId="843502192" sldId="289"/>
            <ac:spMk id="3" creationId="{A9A33763-19B6-4723-AE8E-A9AD732B9C3E}"/>
          </ac:spMkLst>
        </pc:spChg>
        <pc:spChg chg="add mod">
          <ac:chgData name="Darshan Panchal" userId="c86216a03e4951fb" providerId="LiveId" clId="{A37905E4-5015-4DDE-A1CB-5D529572A792}" dt="2023-04-20T19:05:16.789" v="285" actId="2711"/>
          <ac:spMkLst>
            <pc:docMk/>
            <pc:sldMk cId="843502192" sldId="289"/>
            <ac:spMk id="4" creationId="{E87BE9AA-BB0D-BE63-9589-F94E78F1B2A8}"/>
          </ac:spMkLst>
        </pc:spChg>
        <pc:spChg chg="add del mod">
          <ac:chgData name="Darshan Panchal" userId="c86216a03e4951fb" providerId="LiveId" clId="{A37905E4-5015-4DDE-A1CB-5D529572A792}" dt="2023-04-20T19:14:11.581" v="398" actId="14100"/>
          <ac:spMkLst>
            <pc:docMk/>
            <pc:sldMk cId="843502192" sldId="289"/>
            <ac:spMk id="5" creationId="{07F18480-CB07-7FFA-3A0A-24C1CF5D6449}"/>
          </ac:spMkLst>
        </pc:spChg>
        <pc:spChg chg="add mod">
          <ac:chgData name="Darshan Panchal" userId="c86216a03e4951fb" providerId="LiveId" clId="{A37905E4-5015-4DDE-A1CB-5D529572A792}" dt="2023-04-20T19:07:10.903" v="304" actId="1076"/>
          <ac:spMkLst>
            <pc:docMk/>
            <pc:sldMk cId="843502192" sldId="289"/>
            <ac:spMk id="7" creationId="{51F65517-7155-7840-ACAC-B07E774B0002}"/>
          </ac:spMkLst>
        </pc:spChg>
        <pc:spChg chg="add mod">
          <ac:chgData name="Darshan Panchal" userId="c86216a03e4951fb" providerId="LiveId" clId="{A37905E4-5015-4DDE-A1CB-5D529572A792}" dt="2023-04-20T19:09:51.907" v="333" actId="20577"/>
          <ac:spMkLst>
            <pc:docMk/>
            <pc:sldMk cId="843502192" sldId="289"/>
            <ac:spMk id="12" creationId="{4AB8E755-20AD-1073-DDEE-847C2170703E}"/>
          </ac:spMkLst>
        </pc:spChg>
        <pc:spChg chg="del">
          <ac:chgData name="Darshan Panchal" userId="c86216a03e4951fb" providerId="LiveId" clId="{A37905E4-5015-4DDE-A1CB-5D529572A792}" dt="2023-04-20T19:01:27.149" v="213" actId="700"/>
          <ac:spMkLst>
            <pc:docMk/>
            <pc:sldMk cId="843502192" sldId="289"/>
            <ac:spMk id="15" creationId="{AD21898E-86C0-4C8A-A76C-DF33E844C87A}"/>
          </ac:spMkLst>
        </pc:spChg>
        <pc:spChg chg="add mod">
          <ac:chgData name="Darshan Panchal" userId="c86216a03e4951fb" providerId="LiveId" clId="{A37905E4-5015-4DDE-A1CB-5D529572A792}" dt="2023-04-20T19:13:03.622" v="394" actId="20577"/>
          <ac:spMkLst>
            <pc:docMk/>
            <pc:sldMk cId="843502192" sldId="289"/>
            <ac:spMk id="16" creationId="{04A8EDFD-E4F5-9F79-3CDE-C47B8794B503}"/>
          </ac:spMkLst>
        </pc:spChg>
        <pc:spChg chg="del">
          <ac:chgData name="Darshan Panchal" userId="c86216a03e4951fb" providerId="LiveId" clId="{A37905E4-5015-4DDE-A1CB-5D529572A792}" dt="2023-04-20T19:01:27.149" v="213" actId="700"/>
          <ac:spMkLst>
            <pc:docMk/>
            <pc:sldMk cId="843502192" sldId="289"/>
            <ac:spMk id="17" creationId="{5C8F04BD-D093-45D0-B54C-50FDB308B4EE}"/>
          </ac:spMkLst>
        </pc:spChg>
        <pc:graphicFrameChg chg="add del mod modGraphic">
          <ac:chgData name="Darshan Panchal" userId="c86216a03e4951fb" providerId="LiveId" clId="{A37905E4-5015-4DDE-A1CB-5D529572A792}" dt="2023-04-20T19:04:14.072" v="264" actId="1032"/>
          <ac:graphicFrameMkLst>
            <pc:docMk/>
            <pc:sldMk cId="843502192" sldId="289"/>
            <ac:graphicFrameMk id="6" creationId="{4C00EBF2-A257-ED91-7E2C-4A00B83C4514}"/>
          </ac:graphicFrameMkLst>
        </pc:graphicFrameChg>
        <pc:picChg chg="add del mod">
          <ac:chgData name="Darshan Panchal" userId="c86216a03e4951fb" providerId="LiveId" clId="{A37905E4-5015-4DDE-A1CB-5D529572A792}" dt="2023-04-20T19:09:10.974" v="322"/>
          <ac:picMkLst>
            <pc:docMk/>
            <pc:sldMk cId="843502192" sldId="289"/>
            <ac:picMk id="10" creationId="{E9DD2B18-E627-F8E9-0D33-3FBCA9669D54}"/>
          </ac:picMkLst>
        </pc:picChg>
        <pc:cxnChg chg="add mod">
          <ac:chgData name="Darshan Panchal" userId="c86216a03e4951fb" providerId="LiveId" clId="{A37905E4-5015-4DDE-A1CB-5D529572A792}" dt="2023-04-20T19:09:08.885" v="320" actId="14100"/>
          <ac:cxnSpMkLst>
            <pc:docMk/>
            <pc:sldMk cId="843502192" sldId="289"/>
            <ac:cxnSpMk id="9" creationId="{3EACF92F-390B-D0DF-D3CC-6370CC5FF0BA}"/>
          </ac:cxnSpMkLst>
        </pc:cxnChg>
        <pc:cxnChg chg="add">
          <ac:chgData name="Darshan Panchal" userId="c86216a03e4951fb" providerId="LiveId" clId="{A37905E4-5015-4DDE-A1CB-5D529572A792}" dt="2023-04-20T19:10:31.270" v="334" actId="11529"/>
          <ac:cxnSpMkLst>
            <pc:docMk/>
            <pc:sldMk cId="843502192" sldId="289"/>
            <ac:cxnSpMk id="14" creationId="{9A3E5EE5-510D-F939-26AD-94E62D352840}"/>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5BE42-0CDA-4280-81A5-6711CBB81C8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9640C0A-D9C9-4ED8-8CF0-596743A8D36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8AE1D90-0909-4344-BE17-479D767E6C1E}"/>
              </a:ext>
            </a:extLst>
          </p:cNvPr>
          <p:cNvSpPr>
            <a:spLocks noGrp="1"/>
          </p:cNvSpPr>
          <p:nvPr>
            <p:ph type="dt" sz="half" idx="10"/>
          </p:nvPr>
        </p:nvSpPr>
        <p:spPr/>
        <p:txBody>
          <a:bodyPr/>
          <a:lstStyle/>
          <a:p>
            <a:fld id="{F166A8FC-88ED-4B1B-BDDC-CB6FBAA152E2}" type="datetimeFigureOut">
              <a:rPr lang="en-IN" smtClean="0"/>
              <a:t>21-04-2023</a:t>
            </a:fld>
            <a:endParaRPr lang="en-IN"/>
          </a:p>
        </p:txBody>
      </p:sp>
      <p:sp>
        <p:nvSpPr>
          <p:cNvPr id="5" name="Footer Placeholder 4">
            <a:extLst>
              <a:ext uri="{FF2B5EF4-FFF2-40B4-BE49-F238E27FC236}">
                <a16:creationId xmlns:a16="http://schemas.microsoft.com/office/drawing/2014/main" id="{7069BC7B-CE0F-4798-8090-6BA42F7D244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407981E-1FFC-417D-9DDC-429D979A487B}"/>
              </a:ext>
            </a:extLst>
          </p:cNvPr>
          <p:cNvSpPr>
            <a:spLocks noGrp="1"/>
          </p:cNvSpPr>
          <p:nvPr>
            <p:ph type="sldNum" sz="quarter" idx="12"/>
          </p:nvPr>
        </p:nvSpPr>
        <p:spPr/>
        <p:txBody>
          <a:bodyPr/>
          <a:lstStyle/>
          <a:p>
            <a:fld id="{A35E1C97-F0AC-4FFE-8EC7-3906AF994DC0}" type="slidenum">
              <a:rPr lang="en-IN" smtClean="0"/>
              <a:t>‹#›</a:t>
            </a:fld>
            <a:endParaRPr lang="en-IN"/>
          </a:p>
        </p:txBody>
      </p:sp>
    </p:spTree>
    <p:extLst>
      <p:ext uri="{BB962C8B-B14F-4D97-AF65-F5344CB8AC3E}">
        <p14:creationId xmlns:p14="http://schemas.microsoft.com/office/powerpoint/2010/main" val="1403649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35D72-8D0D-4A81-B821-68A1324D114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C7B2259-16DF-4A55-B9DC-7EF466052A8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32CEE5D-7D5A-4E2C-81D1-07AFC1C2BB39}"/>
              </a:ext>
            </a:extLst>
          </p:cNvPr>
          <p:cNvSpPr>
            <a:spLocks noGrp="1"/>
          </p:cNvSpPr>
          <p:nvPr>
            <p:ph type="dt" sz="half" idx="10"/>
          </p:nvPr>
        </p:nvSpPr>
        <p:spPr/>
        <p:txBody>
          <a:bodyPr/>
          <a:lstStyle/>
          <a:p>
            <a:fld id="{F166A8FC-88ED-4B1B-BDDC-CB6FBAA152E2}" type="datetimeFigureOut">
              <a:rPr lang="en-IN" smtClean="0"/>
              <a:t>21-04-2023</a:t>
            </a:fld>
            <a:endParaRPr lang="en-IN"/>
          </a:p>
        </p:txBody>
      </p:sp>
      <p:sp>
        <p:nvSpPr>
          <p:cNvPr id="5" name="Footer Placeholder 4">
            <a:extLst>
              <a:ext uri="{FF2B5EF4-FFF2-40B4-BE49-F238E27FC236}">
                <a16:creationId xmlns:a16="http://schemas.microsoft.com/office/drawing/2014/main" id="{AFB6B004-DABF-4D74-95DA-22A852E8B4E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BA2F7B3-C6B8-4D02-9819-6E0DB9E3C3B2}"/>
              </a:ext>
            </a:extLst>
          </p:cNvPr>
          <p:cNvSpPr>
            <a:spLocks noGrp="1"/>
          </p:cNvSpPr>
          <p:nvPr>
            <p:ph type="sldNum" sz="quarter" idx="12"/>
          </p:nvPr>
        </p:nvSpPr>
        <p:spPr/>
        <p:txBody>
          <a:bodyPr/>
          <a:lstStyle/>
          <a:p>
            <a:fld id="{A35E1C97-F0AC-4FFE-8EC7-3906AF994DC0}" type="slidenum">
              <a:rPr lang="en-IN" smtClean="0"/>
              <a:t>‹#›</a:t>
            </a:fld>
            <a:endParaRPr lang="en-IN"/>
          </a:p>
        </p:txBody>
      </p:sp>
    </p:spTree>
    <p:extLst>
      <p:ext uri="{BB962C8B-B14F-4D97-AF65-F5344CB8AC3E}">
        <p14:creationId xmlns:p14="http://schemas.microsoft.com/office/powerpoint/2010/main" val="11616205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A4D7C-905B-4ABD-A0E1-B5598B42810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C7B1655-0ED7-43B3-AA68-B956F5CD670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CBFA504-1B3C-4EE4-A81A-F0D7753C4F8E}"/>
              </a:ext>
            </a:extLst>
          </p:cNvPr>
          <p:cNvSpPr>
            <a:spLocks noGrp="1"/>
          </p:cNvSpPr>
          <p:nvPr>
            <p:ph type="dt" sz="half" idx="10"/>
          </p:nvPr>
        </p:nvSpPr>
        <p:spPr/>
        <p:txBody>
          <a:bodyPr/>
          <a:lstStyle/>
          <a:p>
            <a:fld id="{F166A8FC-88ED-4B1B-BDDC-CB6FBAA152E2}" type="datetimeFigureOut">
              <a:rPr lang="en-IN" smtClean="0"/>
              <a:t>21-04-2023</a:t>
            </a:fld>
            <a:endParaRPr lang="en-IN"/>
          </a:p>
        </p:txBody>
      </p:sp>
      <p:sp>
        <p:nvSpPr>
          <p:cNvPr id="5" name="Footer Placeholder 4">
            <a:extLst>
              <a:ext uri="{FF2B5EF4-FFF2-40B4-BE49-F238E27FC236}">
                <a16:creationId xmlns:a16="http://schemas.microsoft.com/office/drawing/2014/main" id="{BF12E1DF-0935-4746-B202-FCAB5DDCE62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C2DA215-7BE3-4729-8A07-25530D981941}"/>
              </a:ext>
            </a:extLst>
          </p:cNvPr>
          <p:cNvSpPr>
            <a:spLocks noGrp="1"/>
          </p:cNvSpPr>
          <p:nvPr>
            <p:ph type="sldNum" sz="quarter" idx="12"/>
          </p:nvPr>
        </p:nvSpPr>
        <p:spPr/>
        <p:txBody>
          <a:bodyPr/>
          <a:lstStyle/>
          <a:p>
            <a:fld id="{A35E1C97-F0AC-4FFE-8EC7-3906AF994DC0}" type="slidenum">
              <a:rPr lang="en-IN" smtClean="0"/>
              <a:t>‹#›</a:t>
            </a:fld>
            <a:endParaRPr lang="en-IN"/>
          </a:p>
        </p:txBody>
      </p:sp>
    </p:spTree>
    <p:extLst>
      <p:ext uri="{BB962C8B-B14F-4D97-AF65-F5344CB8AC3E}">
        <p14:creationId xmlns:p14="http://schemas.microsoft.com/office/powerpoint/2010/main" val="5667577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901BE-549C-4F4E-8FFA-2B4D313F500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5A36F82-643F-44BE-B6AE-15A2473B6C7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AA0CE87-E971-41BA-B21E-5BAF2C6A220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5FEC16B-AC65-42E0-A4A5-C4511BD70A72}"/>
              </a:ext>
            </a:extLst>
          </p:cNvPr>
          <p:cNvSpPr>
            <a:spLocks noGrp="1"/>
          </p:cNvSpPr>
          <p:nvPr>
            <p:ph type="dt" sz="half" idx="10"/>
          </p:nvPr>
        </p:nvSpPr>
        <p:spPr/>
        <p:txBody>
          <a:bodyPr/>
          <a:lstStyle/>
          <a:p>
            <a:fld id="{F166A8FC-88ED-4B1B-BDDC-CB6FBAA152E2}" type="datetimeFigureOut">
              <a:rPr lang="en-IN" smtClean="0"/>
              <a:t>21-04-2023</a:t>
            </a:fld>
            <a:endParaRPr lang="en-IN"/>
          </a:p>
        </p:txBody>
      </p:sp>
      <p:sp>
        <p:nvSpPr>
          <p:cNvPr id="6" name="Footer Placeholder 5">
            <a:extLst>
              <a:ext uri="{FF2B5EF4-FFF2-40B4-BE49-F238E27FC236}">
                <a16:creationId xmlns:a16="http://schemas.microsoft.com/office/drawing/2014/main" id="{BED5A385-AB20-4370-88C8-36CF1FCFE28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32C164C-7D85-4F70-B1BC-461FAD3B43A0}"/>
              </a:ext>
            </a:extLst>
          </p:cNvPr>
          <p:cNvSpPr>
            <a:spLocks noGrp="1"/>
          </p:cNvSpPr>
          <p:nvPr>
            <p:ph type="sldNum" sz="quarter" idx="12"/>
          </p:nvPr>
        </p:nvSpPr>
        <p:spPr/>
        <p:txBody>
          <a:bodyPr/>
          <a:lstStyle/>
          <a:p>
            <a:fld id="{A35E1C97-F0AC-4FFE-8EC7-3906AF994DC0}" type="slidenum">
              <a:rPr lang="en-IN" smtClean="0"/>
              <a:t>‹#›</a:t>
            </a:fld>
            <a:endParaRPr lang="en-IN"/>
          </a:p>
        </p:txBody>
      </p:sp>
    </p:spTree>
    <p:extLst>
      <p:ext uri="{BB962C8B-B14F-4D97-AF65-F5344CB8AC3E}">
        <p14:creationId xmlns:p14="http://schemas.microsoft.com/office/powerpoint/2010/main" val="7541123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B3095-5D96-43B7-BBE3-BD78E01262B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B2BED9B-7381-4009-B7BA-CC6C75430F3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35FC53A-D549-4029-8A60-BE7A0BAA063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38C627E-F19B-4484-B8B3-F20A4A1AE40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A18D2C9-35FF-4ECB-A7C8-4A3A948380F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C827F34-7BA6-4636-B312-7381C70DCE19}"/>
              </a:ext>
            </a:extLst>
          </p:cNvPr>
          <p:cNvSpPr>
            <a:spLocks noGrp="1"/>
          </p:cNvSpPr>
          <p:nvPr>
            <p:ph type="dt" sz="half" idx="10"/>
          </p:nvPr>
        </p:nvSpPr>
        <p:spPr/>
        <p:txBody>
          <a:bodyPr/>
          <a:lstStyle/>
          <a:p>
            <a:fld id="{F166A8FC-88ED-4B1B-BDDC-CB6FBAA152E2}" type="datetimeFigureOut">
              <a:rPr lang="en-IN" smtClean="0"/>
              <a:t>21-04-2023</a:t>
            </a:fld>
            <a:endParaRPr lang="en-IN"/>
          </a:p>
        </p:txBody>
      </p:sp>
      <p:sp>
        <p:nvSpPr>
          <p:cNvPr id="8" name="Footer Placeholder 7">
            <a:extLst>
              <a:ext uri="{FF2B5EF4-FFF2-40B4-BE49-F238E27FC236}">
                <a16:creationId xmlns:a16="http://schemas.microsoft.com/office/drawing/2014/main" id="{702ECF8F-E012-455C-B463-A11B2BBA023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3C5AF74-806A-41E4-B6A1-0B2C7544066F}"/>
              </a:ext>
            </a:extLst>
          </p:cNvPr>
          <p:cNvSpPr>
            <a:spLocks noGrp="1"/>
          </p:cNvSpPr>
          <p:nvPr>
            <p:ph type="sldNum" sz="quarter" idx="12"/>
          </p:nvPr>
        </p:nvSpPr>
        <p:spPr/>
        <p:txBody>
          <a:bodyPr/>
          <a:lstStyle/>
          <a:p>
            <a:fld id="{A35E1C97-F0AC-4FFE-8EC7-3906AF994DC0}" type="slidenum">
              <a:rPr lang="en-IN" smtClean="0"/>
              <a:t>‹#›</a:t>
            </a:fld>
            <a:endParaRPr lang="en-IN"/>
          </a:p>
        </p:txBody>
      </p:sp>
    </p:spTree>
    <p:extLst>
      <p:ext uri="{BB962C8B-B14F-4D97-AF65-F5344CB8AC3E}">
        <p14:creationId xmlns:p14="http://schemas.microsoft.com/office/powerpoint/2010/main" val="22466119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61BBE-0E2A-4A5C-A414-CBE792EFBAB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F0A4B73-9033-4D59-82FD-82DAF3D9DB1A}"/>
              </a:ext>
            </a:extLst>
          </p:cNvPr>
          <p:cNvSpPr>
            <a:spLocks noGrp="1"/>
          </p:cNvSpPr>
          <p:nvPr>
            <p:ph type="dt" sz="half" idx="10"/>
          </p:nvPr>
        </p:nvSpPr>
        <p:spPr/>
        <p:txBody>
          <a:bodyPr/>
          <a:lstStyle/>
          <a:p>
            <a:fld id="{F166A8FC-88ED-4B1B-BDDC-CB6FBAA152E2}" type="datetimeFigureOut">
              <a:rPr lang="en-IN" smtClean="0"/>
              <a:t>21-04-2023</a:t>
            </a:fld>
            <a:endParaRPr lang="en-IN"/>
          </a:p>
        </p:txBody>
      </p:sp>
      <p:sp>
        <p:nvSpPr>
          <p:cNvPr id="4" name="Footer Placeholder 3">
            <a:extLst>
              <a:ext uri="{FF2B5EF4-FFF2-40B4-BE49-F238E27FC236}">
                <a16:creationId xmlns:a16="http://schemas.microsoft.com/office/drawing/2014/main" id="{B9A08C87-D64A-4CB8-A7B1-FD00FFDFD64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0A9D295-BAAC-4226-A852-B5BEAACA1716}"/>
              </a:ext>
            </a:extLst>
          </p:cNvPr>
          <p:cNvSpPr>
            <a:spLocks noGrp="1"/>
          </p:cNvSpPr>
          <p:nvPr>
            <p:ph type="sldNum" sz="quarter" idx="12"/>
          </p:nvPr>
        </p:nvSpPr>
        <p:spPr/>
        <p:txBody>
          <a:bodyPr/>
          <a:lstStyle/>
          <a:p>
            <a:fld id="{A35E1C97-F0AC-4FFE-8EC7-3906AF994DC0}" type="slidenum">
              <a:rPr lang="en-IN" smtClean="0"/>
              <a:t>‹#›</a:t>
            </a:fld>
            <a:endParaRPr lang="en-IN"/>
          </a:p>
        </p:txBody>
      </p:sp>
    </p:spTree>
    <p:extLst>
      <p:ext uri="{BB962C8B-B14F-4D97-AF65-F5344CB8AC3E}">
        <p14:creationId xmlns:p14="http://schemas.microsoft.com/office/powerpoint/2010/main" val="1985744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27D13BA-8A86-4E39-8491-CA1B5581AD0B}"/>
              </a:ext>
            </a:extLst>
          </p:cNvPr>
          <p:cNvSpPr>
            <a:spLocks noGrp="1"/>
          </p:cNvSpPr>
          <p:nvPr>
            <p:ph type="dt" sz="half" idx="10"/>
          </p:nvPr>
        </p:nvSpPr>
        <p:spPr/>
        <p:txBody>
          <a:bodyPr/>
          <a:lstStyle/>
          <a:p>
            <a:fld id="{F166A8FC-88ED-4B1B-BDDC-CB6FBAA152E2}" type="datetimeFigureOut">
              <a:rPr lang="en-IN" smtClean="0"/>
              <a:t>21-04-2023</a:t>
            </a:fld>
            <a:endParaRPr lang="en-IN"/>
          </a:p>
        </p:txBody>
      </p:sp>
      <p:sp>
        <p:nvSpPr>
          <p:cNvPr id="3" name="Footer Placeholder 2">
            <a:extLst>
              <a:ext uri="{FF2B5EF4-FFF2-40B4-BE49-F238E27FC236}">
                <a16:creationId xmlns:a16="http://schemas.microsoft.com/office/drawing/2014/main" id="{03969AEE-6740-4BA9-B97B-0CE8585AD66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2C18770-1BC8-40B7-B252-DBC012B8572C}"/>
              </a:ext>
            </a:extLst>
          </p:cNvPr>
          <p:cNvSpPr>
            <a:spLocks noGrp="1"/>
          </p:cNvSpPr>
          <p:nvPr>
            <p:ph type="sldNum" sz="quarter" idx="12"/>
          </p:nvPr>
        </p:nvSpPr>
        <p:spPr/>
        <p:txBody>
          <a:bodyPr/>
          <a:lstStyle/>
          <a:p>
            <a:fld id="{A35E1C97-F0AC-4FFE-8EC7-3906AF994DC0}" type="slidenum">
              <a:rPr lang="en-IN" smtClean="0"/>
              <a:t>‹#›</a:t>
            </a:fld>
            <a:endParaRPr lang="en-IN"/>
          </a:p>
        </p:txBody>
      </p:sp>
    </p:spTree>
    <p:extLst>
      <p:ext uri="{BB962C8B-B14F-4D97-AF65-F5344CB8AC3E}">
        <p14:creationId xmlns:p14="http://schemas.microsoft.com/office/powerpoint/2010/main" val="35609849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2A81E-0109-45AC-B06A-4BDA64A9E5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A8CB524-1448-4567-B708-0E62BE775FA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00BF5C5-F464-471E-A990-02D4179B5E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D25CFCD-38C6-4EAC-9798-50F9D1E3F203}"/>
              </a:ext>
            </a:extLst>
          </p:cNvPr>
          <p:cNvSpPr>
            <a:spLocks noGrp="1"/>
          </p:cNvSpPr>
          <p:nvPr>
            <p:ph type="dt" sz="half" idx="10"/>
          </p:nvPr>
        </p:nvSpPr>
        <p:spPr/>
        <p:txBody>
          <a:bodyPr/>
          <a:lstStyle/>
          <a:p>
            <a:fld id="{F166A8FC-88ED-4B1B-BDDC-CB6FBAA152E2}" type="datetimeFigureOut">
              <a:rPr lang="en-IN" smtClean="0"/>
              <a:t>21-04-2023</a:t>
            </a:fld>
            <a:endParaRPr lang="en-IN"/>
          </a:p>
        </p:txBody>
      </p:sp>
      <p:sp>
        <p:nvSpPr>
          <p:cNvPr id="6" name="Footer Placeholder 5">
            <a:extLst>
              <a:ext uri="{FF2B5EF4-FFF2-40B4-BE49-F238E27FC236}">
                <a16:creationId xmlns:a16="http://schemas.microsoft.com/office/drawing/2014/main" id="{79BFB8BD-70DD-43E0-B5A4-90C01F89C44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792FF19-E5DC-46F6-9C82-6FBAB9F66489}"/>
              </a:ext>
            </a:extLst>
          </p:cNvPr>
          <p:cNvSpPr>
            <a:spLocks noGrp="1"/>
          </p:cNvSpPr>
          <p:nvPr>
            <p:ph type="sldNum" sz="quarter" idx="12"/>
          </p:nvPr>
        </p:nvSpPr>
        <p:spPr/>
        <p:txBody>
          <a:bodyPr/>
          <a:lstStyle/>
          <a:p>
            <a:fld id="{A35E1C97-F0AC-4FFE-8EC7-3906AF994DC0}" type="slidenum">
              <a:rPr lang="en-IN" smtClean="0"/>
              <a:t>‹#›</a:t>
            </a:fld>
            <a:endParaRPr lang="en-IN"/>
          </a:p>
        </p:txBody>
      </p:sp>
    </p:spTree>
    <p:extLst>
      <p:ext uri="{BB962C8B-B14F-4D97-AF65-F5344CB8AC3E}">
        <p14:creationId xmlns:p14="http://schemas.microsoft.com/office/powerpoint/2010/main" val="27702141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6B5B3-3F3F-4CED-8212-9330C57B104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4FE748F-DE6C-4A06-9CFD-B7F9FD32071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8D20155-E800-4170-8B7E-3C601482F1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D29A92-48B1-4566-8EE0-97382B218989}"/>
              </a:ext>
            </a:extLst>
          </p:cNvPr>
          <p:cNvSpPr>
            <a:spLocks noGrp="1"/>
          </p:cNvSpPr>
          <p:nvPr>
            <p:ph type="dt" sz="half" idx="10"/>
          </p:nvPr>
        </p:nvSpPr>
        <p:spPr/>
        <p:txBody>
          <a:bodyPr/>
          <a:lstStyle/>
          <a:p>
            <a:fld id="{F166A8FC-88ED-4B1B-BDDC-CB6FBAA152E2}" type="datetimeFigureOut">
              <a:rPr lang="en-IN" smtClean="0"/>
              <a:t>21-04-2023</a:t>
            </a:fld>
            <a:endParaRPr lang="en-IN"/>
          </a:p>
        </p:txBody>
      </p:sp>
      <p:sp>
        <p:nvSpPr>
          <p:cNvPr id="6" name="Footer Placeholder 5">
            <a:extLst>
              <a:ext uri="{FF2B5EF4-FFF2-40B4-BE49-F238E27FC236}">
                <a16:creationId xmlns:a16="http://schemas.microsoft.com/office/drawing/2014/main" id="{7E4ED109-F617-4031-B377-A6BC150FBE6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7497D81-E435-40B3-9BAF-E635F1AC6F75}"/>
              </a:ext>
            </a:extLst>
          </p:cNvPr>
          <p:cNvSpPr>
            <a:spLocks noGrp="1"/>
          </p:cNvSpPr>
          <p:nvPr>
            <p:ph type="sldNum" sz="quarter" idx="12"/>
          </p:nvPr>
        </p:nvSpPr>
        <p:spPr/>
        <p:txBody>
          <a:bodyPr/>
          <a:lstStyle/>
          <a:p>
            <a:fld id="{A35E1C97-F0AC-4FFE-8EC7-3906AF994DC0}" type="slidenum">
              <a:rPr lang="en-IN" smtClean="0"/>
              <a:t>‹#›</a:t>
            </a:fld>
            <a:endParaRPr lang="en-IN"/>
          </a:p>
        </p:txBody>
      </p:sp>
    </p:spTree>
    <p:extLst>
      <p:ext uri="{BB962C8B-B14F-4D97-AF65-F5344CB8AC3E}">
        <p14:creationId xmlns:p14="http://schemas.microsoft.com/office/powerpoint/2010/main" val="26237337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43D80-DB60-4B02-BFE3-0444A70E05B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B226685-2BFF-42F5-954C-4B435CBB8C8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7B50128-5A90-46B7-B6DC-C246AC533AA6}"/>
              </a:ext>
            </a:extLst>
          </p:cNvPr>
          <p:cNvSpPr>
            <a:spLocks noGrp="1"/>
          </p:cNvSpPr>
          <p:nvPr>
            <p:ph type="dt" sz="half" idx="10"/>
          </p:nvPr>
        </p:nvSpPr>
        <p:spPr/>
        <p:txBody>
          <a:bodyPr/>
          <a:lstStyle/>
          <a:p>
            <a:fld id="{F166A8FC-88ED-4B1B-BDDC-CB6FBAA152E2}" type="datetimeFigureOut">
              <a:rPr lang="en-IN" smtClean="0"/>
              <a:t>21-04-2023</a:t>
            </a:fld>
            <a:endParaRPr lang="en-IN"/>
          </a:p>
        </p:txBody>
      </p:sp>
      <p:sp>
        <p:nvSpPr>
          <p:cNvPr id="5" name="Footer Placeholder 4">
            <a:extLst>
              <a:ext uri="{FF2B5EF4-FFF2-40B4-BE49-F238E27FC236}">
                <a16:creationId xmlns:a16="http://schemas.microsoft.com/office/drawing/2014/main" id="{593373D4-4504-432C-99B3-F4A5D99930B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19B2455-855E-4A2F-B714-2B5740E7FE15}"/>
              </a:ext>
            </a:extLst>
          </p:cNvPr>
          <p:cNvSpPr>
            <a:spLocks noGrp="1"/>
          </p:cNvSpPr>
          <p:nvPr>
            <p:ph type="sldNum" sz="quarter" idx="12"/>
          </p:nvPr>
        </p:nvSpPr>
        <p:spPr/>
        <p:txBody>
          <a:bodyPr/>
          <a:lstStyle/>
          <a:p>
            <a:fld id="{A35E1C97-F0AC-4FFE-8EC7-3906AF994DC0}" type="slidenum">
              <a:rPr lang="en-IN" smtClean="0"/>
              <a:t>‹#›</a:t>
            </a:fld>
            <a:endParaRPr lang="en-IN"/>
          </a:p>
        </p:txBody>
      </p:sp>
    </p:spTree>
    <p:extLst>
      <p:ext uri="{BB962C8B-B14F-4D97-AF65-F5344CB8AC3E}">
        <p14:creationId xmlns:p14="http://schemas.microsoft.com/office/powerpoint/2010/main" val="1035178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066C820-C285-45D1-89AA-C866AF31B8E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8206EAC-23F7-44F8-9774-DAB3E6A358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A3FF087-FC8A-4354-B610-D0AD5F148B63}"/>
              </a:ext>
            </a:extLst>
          </p:cNvPr>
          <p:cNvSpPr>
            <a:spLocks noGrp="1"/>
          </p:cNvSpPr>
          <p:nvPr>
            <p:ph type="dt" sz="half" idx="10"/>
          </p:nvPr>
        </p:nvSpPr>
        <p:spPr/>
        <p:txBody>
          <a:bodyPr/>
          <a:lstStyle/>
          <a:p>
            <a:fld id="{F166A8FC-88ED-4B1B-BDDC-CB6FBAA152E2}" type="datetimeFigureOut">
              <a:rPr lang="en-IN" smtClean="0"/>
              <a:t>21-04-2023</a:t>
            </a:fld>
            <a:endParaRPr lang="en-IN"/>
          </a:p>
        </p:txBody>
      </p:sp>
      <p:sp>
        <p:nvSpPr>
          <p:cNvPr id="5" name="Footer Placeholder 4">
            <a:extLst>
              <a:ext uri="{FF2B5EF4-FFF2-40B4-BE49-F238E27FC236}">
                <a16:creationId xmlns:a16="http://schemas.microsoft.com/office/drawing/2014/main" id="{27681793-D3F3-4A85-9E5C-8E5542C05A7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F7A1C09-42AC-40C2-B693-F06C1B9FABE3}"/>
              </a:ext>
            </a:extLst>
          </p:cNvPr>
          <p:cNvSpPr>
            <a:spLocks noGrp="1"/>
          </p:cNvSpPr>
          <p:nvPr>
            <p:ph type="sldNum" sz="quarter" idx="12"/>
          </p:nvPr>
        </p:nvSpPr>
        <p:spPr/>
        <p:txBody>
          <a:bodyPr/>
          <a:lstStyle/>
          <a:p>
            <a:fld id="{A35E1C97-F0AC-4FFE-8EC7-3906AF994DC0}" type="slidenum">
              <a:rPr lang="en-IN" smtClean="0"/>
              <a:t>‹#›</a:t>
            </a:fld>
            <a:endParaRPr lang="en-IN"/>
          </a:p>
        </p:txBody>
      </p:sp>
    </p:spTree>
    <p:extLst>
      <p:ext uri="{BB962C8B-B14F-4D97-AF65-F5344CB8AC3E}">
        <p14:creationId xmlns:p14="http://schemas.microsoft.com/office/powerpoint/2010/main" val="40568290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D702770-49B9-4A01-9CF4-BD0E87D62FE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BA5C982-8781-435F-BF67-29AE0B1CE48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0BE385C-A0D7-43E7-9857-02539E9C359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166A8FC-88ED-4B1B-BDDC-CB6FBAA152E2}" type="datetimeFigureOut">
              <a:rPr lang="en-IN" smtClean="0"/>
              <a:t>21-04-2023</a:t>
            </a:fld>
            <a:endParaRPr lang="en-IN"/>
          </a:p>
        </p:txBody>
      </p:sp>
      <p:sp>
        <p:nvSpPr>
          <p:cNvPr id="5" name="Footer Placeholder 4">
            <a:extLst>
              <a:ext uri="{FF2B5EF4-FFF2-40B4-BE49-F238E27FC236}">
                <a16:creationId xmlns:a16="http://schemas.microsoft.com/office/drawing/2014/main" id="{02F76542-CF0B-477B-8F50-4B398FC40E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EA50987-28F6-48D6-B1A4-91BA3C414CE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35E1C97-F0AC-4FFE-8EC7-3906AF994DC0}" type="slidenum">
              <a:rPr lang="en-IN" smtClean="0"/>
              <a:t>‹#›</a:t>
            </a:fld>
            <a:endParaRPr lang="en-IN"/>
          </a:p>
        </p:txBody>
      </p:sp>
    </p:spTree>
    <p:extLst>
      <p:ext uri="{BB962C8B-B14F-4D97-AF65-F5344CB8AC3E}">
        <p14:creationId xmlns:p14="http://schemas.microsoft.com/office/powerpoint/2010/main" val="24257035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3" name="Rectangle 9">
            <a:extLst>
              <a:ext uri="{FF2B5EF4-FFF2-40B4-BE49-F238E27FC236}">
                <a16:creationId xmlns:a16="http://schemas.microsoft.com/office/drawing/2014/main" id="{5B32A67F-3598-4A13-8552-DA884FFCCE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5D0D66-CAAD-4AF1-A9C6-16E99777991C}"/>
              </a:ext>
            </a:extLst>
          </p:cNvPr>
          <p:cNvSpPr>
            <a:spLocks noGrp="1"/>
          </p:cNvSpPr>
          <p:nvPr>
            <p:ph type="ctrTitle"/>
          </p:nvPr>
        </p:nvSpPr>
        <p:spPr>
          <a:xfrm>
            <a:off x="768405" y="2305173"/>
            <a:ext cx="4573475" cy="2076333"/>
          </a:xfrm>
        </p:spPr>
        <p:txBody>
          <a:bodyPr anchor="t">
            <a:normAutofit/>
          </a:bodyPr>
          <a:lstStyle/>
          <a:p>
            <a:pPr algn="l"/>
            <a:r>
              <a:rPr lang="en-US" b="1" dirty="0">
                <a:solidFill>
                  <a:schemeClr val="accent4"/>
                </a:solidFill>
                <a:effectLst>
                  <a:outerShdw blurRad="38100" dist="38100" dir="2700000" algn="tl">
                    <a:srgbClr val="000000">
                      <a:alpha val="43137"/>
                    </a:srgbClr>
                  </a:outerShdw>
                </a:effectLst>
                <a:latin typeface="Bell MT" panose="02020503060305020303" pitchFamily="18" charset="0"/>
              </a:rPr>
              <a:t>Capstone</a:t>
            </a:r>
            <a:br>
              <a:rPr lang="en-US" b="1" dirty="0">
                <a:solidFill>
                  <a:schemeClr val="accent4"/>
                </a:solidFill>
                <a:effectLst>
                  <a:outerShdw blurRad="38100" dist="38100" dir="2700000" algn="tl">
                    <a:srgbClr val="000000">
                      <a:alpha val="43137"/>
                    </a:srgbClr>
                  </a:outerShdw>
                </a:effectLst>
                <a:latin typeface="Bell MT" panose="02020503060305020303" pitchFamily="18" charset="0"/>
              </a:rPr>
            </a:br>
            <a:r>
              <a:rPr lang="en-US" b="1" dirty="0">
                <a:solidFill>
                  <a:schemeClr val="accent4"/>
                </a:solidFill>
                <a:effectLst>
                  <a:outerShdw blurRad="38100" dist="38100" dir="2700000" algn="tl">
                    <a:srgbClr val="000000">
                      <a:alpha val="43137"/>
                    </a:srgbClr>
                  </a:outerShdw>
                </a:effectLst>
                <a:latin typeface="Bell MT" panose="02020503060305020303" pitchFamily="18" charset="0"/>
              </a:rPr>
              <a:t>       Project</a:t>
            </a:r>
            <a:endParaRPr lang="en-IN" b="1" dirty="0">
              <a:solidFill>
                <a:schemeClr val="accent4"/>
              </a:solidFill>
              <a:effectLst>
                <a:outerShdw blurRad="38100" dist="38100" dir="2700000" algn="tl">
                  <a:srgbClr val="000000">
                    <a:alpha val="43137"/>
                  </a:srgbClr>
                </a:outerShdw>
              </a:effectLst>
              <a:latin typeface="Bell MT" panose="02020503060305020303" pitchFamily="18" charset="0"/>
            </a:endParaRPr>
          </a:p>
        </p:txBody>
      </p:sp>
      <p:sp>
        <p:nvSpPr>
          <p:cNvPr id="12" name="Freeform: Shape 11">
            <a:extLst>
              <a:ext uri="{FF2B5EF4-FFF2-40B4-BE49-F238E27FC236}">
                <a16:creationId xmlns:a16="http://schemas.microsoft.com/office/drawing/2014/main" id="{BCC55ACC-A2F6-403C-A3A4-D59B3734D4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57312" y="381000"/>
            <a:ext cx="6334689" cy="6477000"/>
          </a:xfrm>
          <a:custGeom>
            <a:avLst/>
            <a:gdLst>
              <a:gd name="connsiteX0" fmla="*/ 3561588 w 6334689"/>
              <a:gd name="connsiteY0" fmla="*/ 0 h 6477000"/>
              <a:gd name="connsiteX1" fmla="*/ 6309883 w 6334689"/>
              <a:gd name="connsiteY1" fmla="*/ 1296087 h 6477000"/>
              <a:gd name="connsiteX2" fmla="*/ 6334689 w 6334689"/>
              <a:gd name="connsiteY2" fmla="*/ 1329261 h 6477000"/>
              <a:gd name="connsiteX3" fmla="*/ 6334689 w 6334689"/>
              <a:gd name="connsiteY3" fmla="*/ 5793916 h 6477000"/>
              <a:gd name="connsiteX4" fmla="*/ 6309883 w 6334689"/>
              <a:gd name="connsiteY4" fmla="*/ 5827089 h 6477000"/>
              <a:gd name="connsiteX5" fmla="*/ 5760467 w 6334689"/>
              <a:gd name="connsiteY5" fmla="*/ 6363539 h 6477000"/>
              <a:gd name="connsiteX6" fmla="*/ 5607796 w 6334689"/>
              <a:gd name="connsiteY6" fmla="*/ 6477000 h 6477000"/>
              <a:gd name="connsiteX7" fmla="*/ 1519571 w 6334689"/>
              <a:gd name="connsiteY7" fmla="*/ 6477000 h 6477000"/>
              <a:gd name="connsiteX8" fmla="*/ 1296088 w 6334689"/>
              <a:gd name="connsiteY8" fmla="*/ 6309883 h 6477000"/>
              <a:gd name="connsiteX9" fmla="*/ 0 w 6334689"/>
              <a:gd name="connsiteY9" fmla="*/ 3561588 h 6477000"/>
              <a:gd name="connsiteX10" fmla="*/ 3561588 w 6334689"/>
              <a:gd name="connsiteY10" fmla="*/ 0 h 6477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334689" h="6477000">
                <a:moveTo>
                  <a:pt x="3561588" y="0"/>
                </a:moveTo>
                <a:cubicBezTo>
                  <a:pt x="4668032" y="0"/>
                  <a:pt x="5656635" y="504534"/>
                  <a:pt x="6309883" y="1296087"/>
                </a:cubicBezTo>
                <a:lnTo>
                  <a:pt x="6334689" y="1329261"/>
                </a:lnTo>
                <a:lnTo>
                  <a:pt x="6334689" y="5793916"/>
                </a:lnTo>
                <a:lnTo>
                  <a:pt x="6309883" y="5827089"/>
                </a:lnTo>
                <a:cubicBezTo>
                  <a:pt x="6146571" y="6024977"/>
                  <a:pt x="5962299" y="6204927"/>
                  <a:pt x="5760467" y="6363539"/>
                </a:cubicBezTo>
                <a:lnTo>
                  <a:pt x="5607796" y="6477000"/>
                </a:lnTo>
                <a:lnTo>
                  <a:pt x="1519571" y="6477000"/>
                </a:lnTo>
                <a:lnTo>
                  <a:pt x="1296088" y="6309883"/>
                </a:lnTo>
                <a:cubicBezTo>
                  <a:pt x="504535" y="5656635"/>
                  <a:pt x="0" y="4668032"/>
                  <a:pt x="0" y="3561588"/>
                </a:cubicBezTo>
                <a:cubicBezTo>
                  <a:pt x="0" y="1594577"/>
                  <a:pt x="1594577" y="0"/>
                  <a:pt x="3561588" y="0"/>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Freeform: Shape 13">
            <a:extLst>
              <a:ext uri="{FF2B5EF4-FFF2-40B4-BE49-F238E27FC236}">
                <a16:creationId xmlns:a16="http://schemas.microsoft.com/office/drawing/2014/main" id="{598EBA13-C937-430B-9523-439FE21096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21086" y="544777"/>
            <a:ext cx="6170914" cy="6313225"/>
          </a:xfrm>
          <a:custGeom>
            <a:avLst/>
            <a:gdLst>
              <a:gd name="connsiteX0" fmla="*/ 3397813 w 6170914"/>
              <a:gd name="connsiteY0" fmla="*/ 0 h 6313225"/>
              <a:gd name="connsiteX1" fmla="*/ 6019731 w 6170914"/>
              <a:gd name="connsiteY1" fmla="*/ 1236489 h 6313225"/>
              <a:gd name="connsiteX2" fmla="*/ 6170914 w 6170914"/>
              <a:gd name="connsiteY2" fmla="*/ 1438663 h 6313225"/>
              <a:gd name="connsiteX3" fmla="*/ 6170914 w 6170914"/>
              <a:gd name="connsiteY3" fmla="*/ 5356963 h 6313225"/>
              <a:gd name="connsiteX4" fmla="*/ 6019731 w 6170914"/>
              <a:gd name="connsiteY4" fmla="*/ 5559138 h 6313225"/>
              <a:gd name="connsiteX5" fmla="*/ 5194591 w 6170914"/>
              <a:gd name="connsiteY5" fmla="*/ 6282226 h 6313225"/>
              <a:gd name="connsiteX6" fmla="*/ 5141791 w 6170914"/>
              <a:gd name="connsiteY6" fmla="*/ 6313225 h 6313225"/>
              <a:gd name="connsiteX7" fmla="*/ 1659199 w 6170914"/>
              <a:gd name="connsiteY7" fmla="*/ 6313225 h 6313225"/>
              <a:gd name="connsiteX8" fmla="*/ 1498064 w 6170914"/>
              <a:gd name="connsiteY8" fmla="*/ 6215333 h 6313225"/>
              <a:gd name="connsiteX9" fmla="*/ 0 w 6170914"/>
              <a:gd name="connsiteY9" fmla="*/ 3397813 h 6313225"/>
              <a:gd name="connsiteX10" fmla="*/ 3397813 w 6170914"/>
              <a:gd name="connsiteY10" fmla="*/ 0 h 6313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70914" h="6313225">
                <a:moveTo>
                  <a:pt x="3397813" y="0"/>
                </a:moveTo>
                <a:cubicBezTo>
                  <a:pt x="4453378" y="0"/>
                  <a:pt x="5396522" y="481334"/>
                  <a:pt x="6019731" y="1236489"/>
                </a:cubicBezTo>
                <a:lnTo>
                  <a:pt x="6170914" y="1438663"/>
                </a:lnTo>
                <a:lnTo>
                  <a:pt x="6170914" y="5356963"/>
                </a:lnTo>
                <a:lnTo>
                  <a:pt x="6019731" y="5559138"/>
                </a:lnTo>
                <a:cubicBezTo>
                  <a:pt x="5786028" y="5842321"/>
                  <a:pt x="5507333" y="6086998"/>
                  <a:pt x="5194591" y="6282226"/>
                </a:cubicBezTo>
                <a:lnTo>
                  <a:pt x="5141791" y="6313225"/>
                </a:lnTo>
                <a:lnTo>
                  <a:pt x="1659199" y="6313225"/>
                </a:lnTo>
                <a:lnTo>
                  <a:pt x="1498064" y="6215333"/>
                </a:lnTo>
                <a:cubicBezTo>
                  <a:pt x="594240" y="5604721"/>
                  <a:pt x="0" y="4570663"/>
                  <a:pt x="0" y="3397813"/>
                </a:cubicBezTo>
                <a:cubicBezTo>
                  <a:pt x="0" y="1521253"/>
                  <a:pt x="1521253" y="0"/>
                  <a:pt x="339781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5" name="Graphic 6" descr="Computer">
            <a:extLst>
              <a:ext uri="{FF2B5EF4-FFF2-40B4-BE49-F238E27FC236}">
                <a16:creationId xmlns:a16="http://schemas.microsoft.com/office/drawing/2014/main" id="{E5899E74-A862-4FC9-BFC7-E890DCE540A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10424" y="1845770"/>
            <a:ext cx="4333875" cy="4333875"/>
          </a:xfrm>
          <a:prstGeom prst="rect">
            <a:avLst/>
          </a:prstGeom>
        </p:spPr>
      </p:pic>
      <p:sp>
        <p:nvSpPr>
          <p:cNvPr id="4" name="TextBox 3">
            <a:extLst>
              <a:ext uri="{FF2B5EF4-FFF2-40B4-BE49-F238E27FC236}">
                <a16:creationId xmlns:a16="http://schemas.microsoft.com/office/drawing/2014/main" id="{5A4315D1-BAE1-4CB4-9686-A13F69209A06}"/>
              </a:ext>
            </a:extLst>
          </p:cNvPr>
          <p:cNvSpPr txBox="1"/>
          <p:nvPr/>
        </p:nvSpPr>
        <p:spPr>
          <a:xfrm>
            <a:off x="807138" y="4780552"/>
            <a:ext cx="2650084" cy="2085186"/>
          </a:xfrm>
          <a:prstGeom prst="rect">
            <a:avLst/>
          </a:prstGeom>
          <a:noFill/>
        </p:spPr>
        <p:txBody>
          <a:bodyPr wrap="none" rtlCol="0">
            <a:spAutoFit/>
          </a:bodyPr>
          <a:lstStyle/>
          <a:p>
            <a:r>
              <a:rPr lang="en-US" sz="2050" b="1" u="sng" dirty="0">
                <a:solidFill>
                  <a:schemeClr val="bg1"/>
                </a:solidFill>
                <a:effectLst>
                  <a:outerShdw blurRad="38100" dist="38100" dir="2700000" algn="tl">
                    <a:srgbClr val="000000">
                      <a:alpha val="43137"/>
                    </a:srgbClr>
                  </a:outerShdw>
                </a:effectLst>
              </a:rPr>
              <a:t>Prepared by </a:t>
            </a:r>
            <a:r>
              <a:rPr lang="en-US" sz="2050" b="1" dirty="0">
                <a:solidFill>
                  <a:schemeClr val="bg1"/>
                </a:solidFill>
                <a:effectLst>
                  <a:outerShdw blurRad="38100" dist="38100" dir="2700000" algn="tl">
                    <a:srgbClr val="000000">
                      <a:alpha val="43137"/>
                    </a:srgbClr>
                  </a:outerShdw>
                </a:effectLst>
              </a:rPr>
              <a:t>:-</a:t>
            </a:r>
          </a:p>
          <a:p>
            <a:r>
              <a:rPr lang="en-US" sz="1900" b="1" dirty="0">
                <a:solidFill>
                  <a:schemeClr val="bg1"/>
                </a:solidFill>
                <a:effectLst>
                  <a:outerShdw blurRad="38100" dist="38100" dir="2700000" algn="tl">
                    <a:srgbClr val="000000">
                      <a:alpha val="43137"/>
                    </a:srgbClr>
                  </a:outerShdw>
                </a:effectLst>
                <a:latin typeface="Amasis MT Pro" panose="02040504050005020304" pitchFamily="18" charset="0"/>
              </a:rPr>
              <a:t>Group name:- RAW</a:t>
            </a:r>
          </a:p>
          <a:p>
            <a:pPr marL="285750" indent="-285750">
              <a:buFont typeface="Courier New" panose="02070309020205020404" pitchFamily="49" charset="0"/>
              <a:buChar char="o"/>
            </a:pPr>
            <a:r>
              <a:rPr lang="en-US" dirty="0">
                <a:solidFill>
                  <a:schemeClr val="bg1"/>
                </a:solidFill>
                <a:latin typeface="Amasis MT Pro" panose="02040504050005020304" pitchFamily="18" charset="0"/>
                <a:cs typeface="Aparajita" panose="02020603050405020304" pitchFamily="18" charset="0"/>
              </a:rPr>
              <a:t>22_Mehul Makwana</a:t>
            </a:r>
          </a:p>
          <a:p>
            <a:pPr marL="285750" indent="-285750">
              <a:buFont typeface="Courier New" panose="02070309020205020404" pitchFamily="49" charset="0"/>
              <a:buChar char="o"/>
            </a:pPr>
            <a:r>
              <a:rPr lang="en-US" dirty="0">
                <a:solidFill>
                  <a:schemeClr val="bg1"/>
                </a:solidFill>
                <a:latin typeface="Amasis MT Pro" panose="02040504050005020304" pitchFamily="18" charset="0"/>
                <a:cs typeface="Aparajita" panose="02020603050405020304" pitchFamily="18" charset="0"/>
              </a:rPr>
              <a:t>29_Utsav Nathani</a:t>
            </a:r>
          </a:p>
          <a:p>
            <a:pPr marL="285750" indent="-285750">
              <a:buFont typeface="Courier New" panose="02070309020205020404" pitchFamily="49" charset="0"/>
              <a:buChar char="o"/>
            </a:pPr>
            <a:r>
              <a:rPr lang="en-US" dirty="0">
                <a:solidFill>
                  <a:schemeClr val="bg1"/>
                </a:solidFill>
                <a:latin typeface="Amasis MT Pro" panose="02040504050005020304" pitchFamily="18" charset="0"/>
                <a:cs typeface="Aparajita" panose="02020603050405020304" pitchFamily="18" charset="0"/>
              </a:rPr>
              <a:t>19_Sunny Kawa</a:t>
            </a:r>
          </a:p>
          <a:p>
            <a:pPr marL="285750" indent="-285750">
              <a:buFont typeface="Courier New" panose="02070309020205020404" pitchFamily="49" charset="0"/>
              <a:buChar char="o"/>
            </a:pPr>
            <a:r>
              <a:rPr lang="en-US" dirty="0">
                <a:solidFill>
                  <a:schemeClr val="bg1"/>
                </a:solidFill>
                <a:latin typeface="Amasis MT Pro" panose="02040504050005020304" pitchFamily="18" charset="0"/>
                <a:cs typeface="Aparajita" panose="02020603050405020304" pitchFamily="18" charset="0"/>
              </a:rPr>
              <a:t>06_Kartik </a:t>
            </a:r>
            <a:r>
              <a:rPr lang="en-IN" dirty="0">
                <a:solidFill>
                  <a:schemeClr val="bg1"/>
                </a:solidFill>
                <a:latin typeface="Amasis MT Pro" panose="02040504050005020304" pitchFamily="18" charset="0"/>
                <a:cs typeface="Aparajita" panose="02020603050405020304" pitchFamily="18" charset="0"/>
              </a:rPr>
              <a:t>Chudasama</a:t>
            </a:r>
          </a:p>
          <a:p>
            <a:pPr marL="285750" indent="-285750">
              <a:buFont typeface="Courier New" panose="02070309020205020404" pitchFamily="49" charset="0"/>
              <a:buChar char="o"/>
            </a:pPr>
            <a:r>
              <a:rPr lang="en-IN" dirty="0">
                <a:solidFill>
                  <a:schemeClr val="bg1"/>
                </a:solidFill>
                <a:latin typeface="Amasis MT Pro" panose="02040504050005020304" pitchFamily="18" charset="0"/>
                <a:cs typeface="Aparajita" panose="02020603050405020304" pitchFamily="18" charset="0"/>
              </a:rPr>
              <a:t>30_Darshan Panchal </a:t>
            </a:r>
          </a:p>
        </p:txBody>
      </p:sp>
    </p:spTree>
    <p:extLst>
      <p:ext uri="{BB962C8B-B14F-4D97-AF65-F5344CB8AC3E}">
        <p14:creationId xmlns:p14="http://schemas.microsoft.com/office/powerpoint/2010/main" val="24599203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5" name="Freeform: Shape 14">
            <a:extLst>
              <a:ext uri="{FF2B5EF4-FFF2-40B4-BE49-F238E27FC236}">
                <a16:creationId xmlns:a16="http://schemas.microsoft.com/office/drawing/2014/main" id="{AD21898E-86C0-4C8A-A76C-DF33E844C8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9542" y="0"/>
            <a:ext cx="10432916" cy="6858000"/>
          </a:xfrm>
          <a:custGeom>
            <a:avLst/>
            <a:gdLst>
              <a:gd name="connsiteX0" fmla="*/ 1287962 w 10432916"/>
              <a:gd name="connsiteY0" fmla="*/ 0 h 6858000"/>
              <a:gd name="connsiteX1" fmla="*/ 9144956 w 10432916"/>
              <a:gd name="connsiteY1" fmla="*/ 0 h 6858000"/>
              <a:gd name="connsiteX2" fmla="*/ 9241731 w 10432916"/>
              <a:gd name="connsiteY2" fmla="*/ 111692 h 6858000"/>
              <a:gd name="connsiteX3" fmla="*/ 10432916 w 10432916"/>
              <a:gd name="connsiteY3" fmla="*/ 3429001 h 6858000"/>
              <a:gd name="connsiteX4" fmla="*/ 9241730 w 10432916"/>
              <a:gd name="connsiteY4" fmla="*/ 6746310 h 6858000"/>
              <a:gd name="connsiteX5" fmla="*/ 9144957 w 10432916"/>
              <a:gd name="connsiteY5" fmla="*/ 6858000 h 6858000"/>
              <a:gd name="connsiteX6" fmla="*/ 1287959 w 10432916"/>
              <a:gd name="connsiteY6" fmla="*/ 6858000 h 6858000"/>
              <a:gd name="connsiteX7" fmla="*/ 1191186 w 10432916"/>
              <a:gd name="connsiteY7" fmla="*/ 6746310 h 6858000"/>
              <a:gd name="connsiteX8" fmla="*/ 0 w 10432916"/>
              <a:gd name="connsiteY8" fmla="*/ 3429001 h 6858000"/>
              <a:gd name="connsiteX9" fmla="*/ 1191186 w 10432916"/>
              <a:gd name="connsiteY9" fmla="*/ 11169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32916" h="6858000">
                <a:moveTo>
                  <a:pt x="1287962" y="0"/>
                </a:moveTo>
                <a:lnTo>
                  <a:pt x="9144956" y="0"/>
                </a:lnTo>
                <a:lnTo>
                  <a:pt x="9241731" y="111692"/>
                </a:lnTo>
                <a:cubicBezTo>
                  <a:pt x="9985889" y="1013175"/>
                  <a:pt x="10432916" y="2168897"/>
                  <a:pt x="10432916" y="3429001"/>
                </a:cubicBezTo>
                <a:cubicBezTo>
                  <a:pt x="10432916" y="4689105"/>
                  <a:pt x="9985889" y="5844827"/>
                  <a:pt x="9241730" y="6746310"/>
                </a:cubicBezTo>
                <a:lnTo>
                  <a:pt x="9144957" y="6858000"/>
                </a:lnTo>
                <a:lnTo>
                  <a:pt x="1287959" y="6858000"/>
                </a:lnTo>
                <a:lnTo>
                  <a:pt x="1191186" y="6746310"/>
                </a:lnTo>
                <a:cubicBezTo>
                  <a:pt x="447027" y="5844827"/>
                  <a:pt x="0" y="4689105"/>
                  <a:pt x="0" y="3429001"/>
                </a:cubicBezTo>
                <a:cubicBezTo>
                  <a:pt x="0" y="2168897"/>
                  <a:pt x="447027" y="1013175"/>
                  <a:pt x="1191186" y="111692"/>
                </a:cubicBez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5C8F04BD-D093-45D0-B54C-50FDB308B4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4942" y="0"/>
            <a:ext cx="9922116" cy="6858000"/>
          </a:xfrm>
          <a:custGeom>
            <a:avLst/>
            <a:gdLst>
              <a:gd name="connsiteX0" fmla="*/ 1378575 w 9922116"/>
              <a:gd name="connsiteY0" fmla="*/ 0 h 6858000"/>
              <a:gd name="connsiteX1" fmla="*/ 8543542 w 9922116"/>
              <a:gd name="connsiteY1" fmla="*/ 0 h 6858000"/>
              <a:gd name="connsiteX2" fmla="*/ 8633323 w 9922116"/>
              <a:gd name="connsiteY2" fmla="*/ 94145 h 6858000"/>
              <a:gd name="connsiteX3" fmla="*/ 9922116 w 9922116"/>
              <a:gd name="connsiteY3" fmla="*/ 3429001 h 6858000"/>
              <a:gd name="connsiteX4" fmla="*/ 8633323 w 9922116"/>
              <a:gd name="connsiteY4" fmla="*/ 6763858 h 6858000"/>
              <a:gd name="connsiteX5" fmla="*/ 8543544 w 9922116"/>
              <a:gd name="connsiteY5" fmla="*/ 6858000 h 6858000"/>
              <a:gd name="connsiteX6" fmla="*/ 1378573 w 9922116"/>
              <a:gd name="connsiteY6" fmla="*/ 6858000 h 6858000"/>
              <a:gd name="connsiteX7" fmla="*/ 1288793 w 9922116"/>
              <a:gd name="connsiteY7" fmla="*/ 6763858 h 6858000"/>
              <a:gd name="connsiteX8" fmla="*/ 0 w 9922116"/>
              <a:gd name="connsiteY8" fmla="*/ 3429001 h 6858000"/>
              <a:gd name="connsiteX9" fmla="*/ 1288793 w 9922116"/>
              <a:gd name="connsiteY9" fmla="*/ 9414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22116" h="6858000">
                <a:moveTo>
                  <a:pt x="1378575" y="0"/>
                </a:moveTo>
                <a:lnTo>
                  <a:pt x="8543542" y="0"/>
                </a:lnTo>
                <a:lnTo>
                  <a:pt x="8633323" y="94145"/>
                </a:lnTo>
                <a:cubicBezTo>
                  <a:pt x="9434072" y="974941"/>
                  <a:pt x="9922116" y="2144991"/>
                  <a:pt x="9922116" y="3429001"/>
                </a:cubicBezTo>
                <a:cubicBezTo>
                  <a:pt x="9922116" y="4713011"/>
                  <a:pt x="9434072" y="5883061"/>
                  <a:pt x="8633323" y="6763858"/>
                </a:cubicBezTo>
                <a:lnTo>
                  <a:pt x="8543544" y="6858000"/>
                </a:lnTo>
                <a:lnTo>
                  <a:pt x="1378573" y="6858000"/>
                </a:lnTo>
                <a:lnTo>
                  <a:pt x="1288793" y="6763858"/>
                </a:lnTo>
                <a:cubicBezTo>
                  <a:pt x="488044" y="5883061"/>
                  <a:pt x="0" y="4713011"/>
                  <a:pt x="0" y="3429001"/>
                </a:cubicBezTo>
                <a:cubicBezTo>
                  <a:pt x="0" y="2144991"/>
                  <a:pt x="488044" y="974941"/>
                  <a:pt x="1288793" y="94145"/>
                </a:cubicBezTo>
                <a:close/>
              </a:path>
            </a:pathLst>
          </a:custGeom>
          <a:solidFill>
            <a:schemeClr val="bg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9D76C3C-10DD-492F-8A08-FB529B4E89BA}"/>
              </a:ext>
            </a:extLst>
          </p:cNvPr>
          <p:cNvSpPr>
            <a:spLocks noGrp="1"/>
          </p:cNvSpPr>
          <p:nvPr>
            <p:ph type="title"/>
          </p:nvPr>
        </p:nvSpPr>
        <p:spPr>
          <a:xfrm>
            <a:off x="2311147" y="365760"/>
            <a:ext cx="7569706" cy="1288238"/>
          </a:xfrm>
        </p:spPr>
        <p:txBody>
          <a:bodyPr anchor="ctr">
            <a:normAutofit/>
          </a:bodyPr>
          <a:lstStyle/>
          <a:p>
            <a:pPr algn="ctr"/>
            <a:r>
              <a:rPr lang="en-US" b="1" dirty="0">
                <a:solidFill>
                  <a:schemeClr val="accent4">
                    <a:lumMod val="60000"/>
                    <a:lumOff val="40000"/>
                  </a:schemeClr>
                </a:solidFill>
                <a:effectLst>
                  <a:outerShdw blurRad="38100" dist="38100" dir="2700000" algn="tl">
                    <a:srgbClr val="000000">
                      <a:alpha val="43137"/>
                    </a:srgbClr>
                  </a:outerShdw>
                </a:effectLst>
                <a:latin typeface="Rockwell" panose="02060603020205020403" pitchFamily="18" charset="0"/>
              </a:rPr>
              <a:t>Introduction</a:t>
            </a:r>
            <a:endParaRPr lang="en-IN" b="1" dirty="0">
              <a:solidFill>
                <a:schemeClr val="accent4">
                  <a:lumMod val="60000"/>
                  <a:lumOff val="40000"/>
                </a:schemeClr>
              </a:solidFill>
              <a:effectLst>
                <a:outerShdw blurRad="38100" dist="38100" dir="2700000" algn="tl">
                  <a:srgbClr val="000000">
                    <a:alpha val="43137"/>
                  </a:srgbClr>
                </a:outerShdw>
              </a:effectLst>
              <a:latin typeface="Rockwell" panose="02060603020205020403" pitchFamily="18" charset="0"/>
            </a:endParaRPr>
          </a:p>
        </p:txBody>
      </p:sp>
      <p:sp>
        <p:nvSpPr>
          <p:cNvPr id="3" name="Content Placeholder 2">
            <a:extLst>
              <a:ext uri="{FF2B5EF4-FFF2-40B4-BE49-F238E27FC236}">
                <a16:creationId xmlns:a16="http://schemas.microsoft.com/office/drawing/2014/main" id="{A9A33763-19B6-4723-AE8E-A9AD732B9C3E}"/>
              </a:ext>
            </a:extLst>
          </p:cNvPr>
          <p:cNvSpPr>
            <a:spLocks noGrp="1"/>
          </p:cNvSpPr>
          <p:nvPr>
            <p:ph idx="1"/>
          </p:nvPr>
        </p:nvSpPr>
        <p:spPr>
          <a:xfrm>
            <a:off x="2165569" y="1956816"/>
            <a:ext cx="7860863" cy="4024884"/>
          </a:xfrm>
        </p:spPr>
        <p:txBody>
          <a:bodyPr anchor="t">
            <a:normAutofit fontScale="92500" lnSpcReduction="10000"/>
          </a:bodyPr>
          <a:lstStyle/>
          <a:p>
            <a:r>
              <a:rPr lang="en-US" sz="2400" b="0" i="0" dirty="0">
                <a:effectLst/>
                <a:latin typeface="Bell MT" panose="02020503060305020303" pitchFamily="18" charset="0"/>
              </a:rPr>
              <a:t>Project name : ‘’</a:t>
            </a:r>
            <a:r>
              <a:rPr lang="en-US" sz="2400" b="1" i="0" dirty="0">
                <a:effectLst/>
                <a:latin typeface="Bell MT" panose="02020503060305020303" pitchFamily="18" charset="0"/>
              </a:rPr>
              <a:t>The Phonebook Application’’</a:t>
            </a:r>
          </a:p>
          <a:p>
            <a:r>
              <a:rPr lang="en-US" sz="2400" b="0" i="0" dirty="0">
                <a:effectLst/>
                <a:latin typeface="Bell MT" panose="02020503060305020303" pitchFamily="18" charset="0"/>
              </a:rPr>
              <a:t>This project is written in </a:t>
            </a:r>
            <a:r>
              <a:rPr lang="en-US" sz="2400" dirty="0">
                <a:latin typeface="Bell MT" panose="02020503060305020303" pitchFamily="18" charset="0"/>
              </a:rPr>
              <a:t>React js and Node js</a:t>
            </a:r>
            <a:r>
              <a:rPr lang="en-US" sz="2400" b="0" i="0" dirty="0">
                <a:effectLst/>
                <a:latin typeface="Bell MT" panose="02020503060305020303" pitchFamily="18" charset="0"/>
              </a:rPr>
              <a:t>. The concept of an array, strings, structures, file management and functions are often used in almost all functions in this project.  </a:t>
            </a:r>
          </a:p>
          <a:p>
            <a:r>
              <a:rPr lang="en-US" sz="2400" dirty="0">
                <a:latin typeface="Bell MT" panose="02020503060305020303" pitchFamily="18" charset="0"/>
              </a:rPr>
              <a:t>‘’</a:t>
            </a:r>
            <a:r>
              <a:rPr lang="en-US" sz="2400" b="0" i="0" dirty="0">
                <a:effectLst/>
                <a:latin typeface="Bell MT" panose="02020503060305020303" pitchFamily="18" charset="0"/>
              </a:rPr>
              <a:t>The Phonebook Application’’ is a very simple tool that helps the user to perform the functions like : Adding a new contact, View list of existing contacts, modifying a contact and searching a contact.</a:t>
            </a:r>
          </a:p>
          <a:p>
            <a:r>
              <a:rPr lang="en-US" sz="2400" b="0" i="0" dirty="0">
                <a:effectLst/>
                <a:latin typeface="Bell MT" panose="02020503060305020303" pitchFamily="18" charset="0"/>
              </a:rPr>
              <a:t>Adding new items, viewing , editing and updating, searching for saved contacts and deleting data in the phonebook </a:t>
            </a:r>
            <a:r>
              <a:rPr lang="en-US" sz="2400" dirty="0">
                <a:latin typeface="Bell MT" panose="02020503060305020303" pitchFamily="18" charset="0"/>
              </a:rPr>
              <a:t>are </a:t>
            </a:r>
            <a:r>
              <a:rPr lang="en-US" sz="2400" b="0" i="0" dirty="0">
                <a:effectLst/>
                <a:latin typeface="Bell MT" panose="02020503060305020303" pitchFamily="18" charset="0"/>
              </a:rPr>
              <a:t>the main features of The phonebook application.</a:t>
            </a:r>
            <a:br>
              <a:rPr lang="en-US" sz="2400" dirty="0">
                <a:latin typeface="Bell MT" panose="02020503060305020303" pitchFamily="18" charset="0"/>
              </a:rPr>
            </a:br>
            <a:endParaRPr lang="en-US" sz="2400" b="0" i="0" dirty="0">
              <a:effectLst/>
              <a:latin typeface="Bell MT" panose="02020503060305020303" pitchFamily="18" charset="0"/>
            </a:endParaRPr>
          </a:p>
        </p:txBody>
      </p:sp>
    </p:spTree>
    <p:extLst>
      <p:ext uri="{BB962C8B-B14F-4D97-AF65-F5344CB8AC3E}">
        <p14:creationId xmlns:p14="http://schemas.microsoft.com/office/powerpoint/2010/main" val="633612522"/>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5" name="Freeform: Shape 14">
            <a:extLst>
              <a:ext uri="{FF2B5EF4-FFF2-40B4-BE49-F238E27FC236}">
                <a16:creationId xmlns:a16="http://schemas.microsoft.com/office/drawing/2014/main" id="{AD21898E-86C0-4C8A-A76C-DF33E844C8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9542" y="0"/>
            <a:ext cx="10432916" cy="6858000"/>
          </a:xfrm>
          <a:custGeom>
            <a:avLst/>
            <a:gdLst>
              <a:gd name="connsiteX0" fmla="*/ 1287962 w 10432916"/>
              <a:gd name="connsiteY0" fmla="*/ 0 h 6858000"/>
              <a:gd name="connsiteX1" fmla="*/ 9144956 w 10432916"/>
              <a:gd name="connsiteY1" fmla="*/ 0 h 6858000"/>
              <a:gd name="connsiteX2" fmla="*/ 9241731 w 10432916"/>
              <a:gd name="connsiteY2" fmla="*/ 111692 h 6858000"/>
              <a:gd name="connsiteX3" fmla="*/ 10432916 w 10432916"/>
              <a:gd name="connsiteY3" fmla="*/ 3429001 h 6858000"/>
              <a:gd name="connsiteX4" fmla="*/ 9241730 w 10432916"/>
              <a:gd name="connsiteY4" fmla="*/ 6746310 h 6858000"/>
              <a:gd name="connsiteX5" fmla="*/ 9144957 w 10432916"/>
              <a:gd name="connsiteY5" fmla="*/ 6858000 h 6858000"/>
              <a:gd name="connsiteX6" fmla="*/ 1287959 w 10432916"/>
              <a:gd name="connsiteY6" fmla="*/ 6858000 h 6858000"/>
              <a:gd name="connsiteX7" fmla="*/ 1191186 w 10432916"/>
              <a:gd name="connsiteY7" fmla="*/ 6746310 h 6858000"/>
              <a:gd name="connsiteX8" fmla="*/ 0 w 10432916"/>
              <a:gd name="connsiteY8" fmla="*/ 3429001 h 6858000"/>
              <a:gd name="connsiteX9" fmla="*/ 1191186 w 10432916"/>
              <a:gd name="connsiteY9" fmla="*/ 11169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32916" h="6858000">
                <a:moveTo>
                  <a:pt x="1287962" y="0"/>
                </a:moveTo>
                <a:lnTo>
                  <a:pt x="9144956" y="0"/>
                </a:lnTo>
                <a:lnTo>
                  <a:pt x="9241731" y="111692"/>
                </a:lnTo>
                <a:cubicBezTo>
                  <a:pt x="9985889" y="1013175"/>
                  <a:pt x="10432916" y="2168897"/>
                  <a:pt x="10432916" y="3429001"/>
                </a:cubicBezTo>
                <a:cubicBezTo>
                  <a:pt x="10432916" y="4689105"/>
                  <a:pt x="9985889" y="5844827"/>
                  <a:pt x="9241730" y="6746310"/>
                </a:cubicBezTo>
                <a:lnTo>
                  <a:pt x="9144957" y="6858000"/>
                </a:lnTo>
                <a:lnTo>
                  <a:pt x="1287959" y="6858000"/>
                </a:lnTo>
                <a:lnTo>
                  <a:pt x="1191186" y="6746310"/>
                </a:lnTo>
                <a:cubicBezTo>
                  <a:pt x="447027" y="5844827"/>
                  <a:pt x="0" y="4689105"/>
                  <a:pt x="0" y="3429001"/>
                </a:cubicBezTo>
                <a:cubicBezTo>
                  <a:pt x="0" y="2168897"/>
                  <a:pt x="447027" y="1013175"/>
                  <a:pt x="1191186" y="111692"/>
                </a:cubicBez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5C8F04BD-D093-45D0-B54C-50FDB308B4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4942" y="0"/>
            <a:ext cx="9922116" cy="6858000"/>
          </a:xfrm>
          <a:custGeom>
            <a:avLst/>
            <a:gdLst>
              <a:gd name="connsiteX0" fmla="*/ 1378575 w 9922116"/>
              <a:gd name="connsiteY0" fmla="*/ 0 h 6858000"/>
              <a:gd name="connsiteX1" fmla="*/ 8543542 w 9922116"/>
              <a:gd name="connsiteY1" fmla="*/ 0 h 6858000"/>
              <a:gd name="connsiteX2" fmla="*/ 8633323 w 9922116"/>
              <a:gd name="connsiteY2" fmla="*/ 94145 h 6858000"/>
              <a:gd name="connsiteX3" fmla="*/ 9922116 w 9922116"/>
              <a:gd name="connsiteY3" fmla="*/ 3429001 h 6858000"/>
              <a:gd name="connsiteX4" fmla="*/ 8633323 w 9922116"/>
              <a:gd name="connsiteY4" fmla="*/ 6763858 h 6858000"/>
              <a:gd name="connsiteX5" fmla="*/ 8543544 w 9922116"/>
              <a:gd name="connsiteY5" fmla="*/ 6858000 h 6858000"/>
              <a:gd name="connsiteX6" fmla="*/ 1378573 w 9922116"/>
              <a:gd name="connsiteY6" fmla="*/ 6858000 h 6858000"/>
              <a:gd name="connsiteX7" fmla="*/ 1288793 w 9922116"/>
              <a:gd name="connsiteY7" fmla="*/ 6763858 h 6858000"/>
              <a:gd name="connsiteX8" fmla="*/ 0 w 9922116"/>
              <a:gd name="connsiteY8" fmla="*/ 3429001 h 6858000"/>
              <a:gd name="connsiteX9" fmla="*/ 1288793 w 9922116"/>
              <a:gd name="connsiteY9" fmla="*/ 9414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22116" h="6858000">
                <a:moveTo>
                  <a:pt x="1378575" y="0"/>
                </a:moveTo>
                <a:lnTo>
                  <a:pt x="8543542" y="0"/>
                </a:lnTo>
                <a:lnTo>
                  <a:pt x="8633323" y="94145"/>
                </a:lnTo>
                <a:cubicBezTo>
                  <a:pt x="9434072" y="974941"/>
                  <a:pt x="9922116" y="2144991"/>
                  <a:pt x="9922116" y="3429001"/>
                </a:cubicBezTo>
                <a:cubicBezTo>
                  <a:pt x="9922116" y="4713011"/>
                  <a:pt x="9434072" y="5883061"/>
                  <a:pt x="8633323" y="6763858"/>
                </a:cubicBezTo>
                <a:lnTo>
                  <a:pt x="8543544" y="6858000"/>
                </a:lnTo>
                <a:lnTo>
                  <a:pt x="1378573" y="6858000"/>
                </a:lnTo>
                <a:lnTo>
                  <a:pt x="1288793" y="6763858"/>
                </a:lnTo>
                <a:cubicBezTo>
                  <a:pt x="488044" y="5883061"/>
                  <a:pt x="0" y="4713011"/>
                  <a:pt x="0" y="3429001"/>
                </a:cubicBezTo>
                <a:cubicBezTo>
                  <a:pt x="0" y="2144991"/>
                  <a:pt x="488044" y="974941"/>
                  <a:pt x="1288793" y="94145"/>
                </a:cubicBezTo>
                <a:close/>
              </a:path>
            </a:pathLst>
          </a:custGeom>
          <a:solidFill>
            <a:schemeClr val="bg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9D76C3C-10DD-492F-8A08-FB529B4E89BA}"/>
              </a:ext>
            </a:extLst>
          </p:cNvPr>
          <p:cNvSpPr>
            <a:spLocks noGrp="1"/>
          </p:cNvSpPr>
          <p:nvPr>
            <p:ph type="title"/>
          </p:nvPr>
        </p:nvSpPr>
        <p:spPr>
          <a:xfrm>
            <a:off x="2311147" y="365760"/>
            <a:ext cx="7569706" cy="1288238"/>
          </a:xfrm>
        </p:spPr>
        <p:txBody>
          <a:bodyPr anchor="ctr">
            <a:normAutofit/>
          </a:bodyPr>
          <a:lstStyle/>
          <a:p>
            <a:pPr algn="ctr"/>
            <a:r>
              <a:rPr lang="en-IN" b="1" dirty="0">
                <a:solidFill>
                  <a:schemeClr val="accent4">
                    <a:lumMod val="60000"/>
                    <a:lumOff val="40000"/>
                  </a:schemeClr>
                </a:solidFill>
                <a:effectLst>
                  <a:outerShdw blurRad="38100" dist="38100" dir="2700000" algn="tl">
                    <a:srgbClr val="000000">
                      <a:alpha val="43137"/>
                    </a:srgbClr>
                  </a:outerShdw>
                </a:effectLst>
                <a:latin typeface="Rockwell" panose="02060603020205020403" pitchFamily="18" charset="0"/>
              </a:rPr>
              <a:t>Proposed Project</a:t>
            </a:r>
          </a:p>
        </p:txBody>
      </p:sp>
      <p:sp>
        <p:nvSpPr>
          <p:cNvPr id="3" name="Content Placeholder 2">
            <a:extLst>
              <a:ext uri="{FF2B5EF4-FFF2-40B4-BE49-F238E27FC236}">
                <a16:creationId xmlns:a16="http://schemas.microsoft.com/office/drawing/2014/main" id="{A9A33763-19B6-4723-AE8E-A9AD732B9C3E}"/>
              </a:ext>
            </a:extLst>
          </p:cNvPr>
          <p:cNvSpPr>
            <a:spLocks noGrp="1"/>
          </p:cNvSpPr>
          <p:nvPr>
            <p:ph idx="1"/>
          </p:nvPr>
        </p:nvSpPr>
        <p:spPr>
          <a:xfrm>
            <a:off x="2165569" y="1518249"/>
            <a:ext cx="7860863" cy="4770407"/>
          </a:xfrm>
        </p:spPr>
        <p:txBody>
          <a:bodyPr anchor="t">
            <a:noAutofit/>
          </a:bodyPr>
          <a:lstStyle/>
          <a:p>
            <a:r>
              <a:rPr lang="en-US" sz="2000" dirty="0">
                <a:latin typeface="Bell MT" panose="02020503060305020303" pitchFamily="18" charset="0"/>
              </a:rPr>
              <a:t>Under this Phonebook Project, all the functionality has been added to meet the user's requirements in just few seconds. To provide the desired result on time, it is using with MongoDB server, Active-X in any Windows system and used binary search method has been used to produce results on minimal time. As customers do not have to purchase new volumes, each year and even they do not have to wait for the New Year to get updated records. As the new customer does the user side, so users will able to get updated information catch time will update details. To eliminate data redundancy and perform validation process background codes by the class will responsible to do this task.</a:t>
            </a:r>
          </a:p>
          <a:p>
            <a:r>
              <a:rPr lang="en-US" sz="2000" b="0" i="0" dirty="0">
                <a:effectLst/>
                <a:latin typeface="Bell MT" panose="02020503060305020303" pitchFamily="18" charset="0"/>
              </a:rPr>
              <a:t>If user will make any mistake while entering, they will be given a warning along with correction, which is required to be made. It will also guide the customers to use this system in convenient manner through its graphical screen. It not only contains local codes but also ISD codes. The names are present in user-sated formats like alphabetical order, according to time, date, recently etc. so that user also can easily find the required person along with their address and telephone numbers and use search option.</a:t>
            </a:r>
          </a:p>
        </p:txBody>
      </p:sp>
    </p:spTree>
    <p:extLst>
      <p:ext uri="{BB962C8B-B14F-4D97-AF65-F5344CB8AC3E}">
        <p14:creationId xmlns:p14="http://schemas.microsoft.com/office/powerpoint/2010/main" val="1233991506"/>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5" name="Freeform: Shape 14">
            <a:extLst>
              <a:ext uri="{FF2B5EF4-FFF2-40B4-BE49-F238E27FC236}">
                <a16:creationId xmlns:a16="http://schemas.microsoft.com/office/drawing/2014/main" id="{AD21898E-86C0-4C8A-A76C-DF33E844C8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9542" y="0"/>
            <a:ext cx="10432916" cy="6858000"/>
          </a:xfrm>
          <a:custGeom>
            <a:avLst/>
            <a:gdLst>
              <a:gd name="connsiteX0" fmla="*/ 1287962 w 10432916"/>
              <a:gd name="connsiteY0" fmla="*/ 0 h 6858000"/>
              <a:gd name="connsiteX1" fmla="*/ 9144956 w 10432916"/>
              <a:gd name="connsiteY1" fmla="*/ 0 h 6858000"/>
              <a:gd name="connsiteX2" fmla="*/ 9241731 w 10432916"/>
              <a:gd name="connsiteY2" fmla="*/ 111692 h 6858000"/>
              <a:gd name="connsiteX3" fmla="*/ 10432916 w 10432916"/>
              <a:gd name="connsiteY3" fmla="*/ 3429001 h 6858000"/>
              <a:gd name="connsiteX4" fmla="*/ 9241730 w 10432916"/>
              <a:gd name="connsiteY4" fmla="*/ 6746310 h 6858000"/>
              <a:gd name="connsiteX5" fmla="*/ 9144957 w 10432916"/>
              <a:gd name="connsiteY5" fmla="*/ 6858000 h 6858000"/>
              <a:gd name="connsiteX6" fmla="*/ 1287959 w 10432916"/>
              <a:gd name="connsiteY6" fmla="*/ 6858000 h 6858000"/>
              <a:gd name="connsiteX7" fmla="*/ 1191186 w 10432916"/>
              <a:gd name="connsiteY7" fmla="*/ 6746310 h 6858000"/>
              <a:gd name="connsiteX8" fmla="*/ 0 w 10432916"/>
              <a:gd name="connsiteY8" fmla="*/ 3429001 h 6858000"/>
              <a:gd name="connsiteX9" fmla="*/ 1191186 w 10432916"/>
              <a:gd name="connsiteY9" fmla="*/ 11169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32916" h="6858000">
                <a:moveTo>
                  <a:pt x="1287962" y="0"/>
                </a:moveTo>
                <a:lnTo>
                  <a:pt x="9144956" y="0"/>
                </a:lnTo>
                <a:lnTo>
                  <a:pt x="9241731" y="111692"/>
                </a:lnTo>
                <a:cubicBezTo>
                  <a:pt x="9985889" y="1013175"/>
                  <a:pt x="10432916" y="2168897"/>
                  <a:pt x="10432916" y="3429001"/>
                </a:cubicBezTo>
                <a:cubicBezTo>
                  <a:pt x="10432916" y="4689105"/>
                  <a:pt x="9985889" y="5844827"/>
                  <a:pt x="9241730" y="6746310"/>
                </a:cubicBezTo>
                <a:lnTo>
                  <a:pt x="9144957" y="6858000"/>
                </a:lnTo>
                <a:lnTo>
                  <a:pt x="1287959" y="6858000"/>
                </a:lnTo>
                <a:lnTo>
                  <a:pt x="1191186" y="6746310"/>
                </a:lnTo>
                <a:cubicBezTo>
                  <a:pt x="447027" y="5844827"/>
                  <a:pt x="0" y="4689105"/>
                  <a:pt x="0" y="3429001"/>
                </a:cubicBezTo>
                <a:cubicBezTo>
                  <a:pt x="0" y="2168897"/>
                  <a:pt x="447027" y="1013175"/>
                  <a:pt x="1191186" y="111692"/>
                </a:cubicBez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5C8F04BD-D093-45D0-B54C-50FDB308B4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4942" y="0"/>
            <a:ext cx="9922116" cy="6858000"/>
          </a:xfrm>
          <a:custGeom>
            <a:avLst/>
            <a:gdLst>
              <a:gd name="connsiteX0" fmla="*/ 1378575 w 9922116"/>
              <a:gd name="connsiteY0" fmla="*/ 0 h 6858000"/>
              <a:gd name="connsiteX1" fmla="*/ 8543542 w 9922116"/>
              <a:gd name="connsiteY1" fmla="*/ 0 h 6858000"/>
              <a:gd name="connsiteX2" fmla="*/ 8633323 w 9922116"/>
              <a:gd name="connsiteY2" fmla="*/ 94145 h 6858000"/>
              <a:gd name="connsiteX3" fmla="*/ 9922116 w 9922116"/>
              <a:gd name="connsiteY3" fmla="*/ 3429001 h 6858000"/>
              <a:gd name="connsiteX4" fmla="*/ 8633323 w 9922116"/>
              <a:gd name="connsiteY4" fmla="*/ 6763858 h 6858000"/>
              <a:gd name="connsiteX5" fmla="*/ 8543544 w 9922116"/>
              <a:gd name="connsiteY5" fmla="*/ 6858000 h 6858000"/>
              <a:gd name="connsiteX6" fmla="*/ 1378573 w 9922116"/>
              <a:gd name="connsiteY6" fmla="*/ 6858000 h 6858000"/>
              <a:gd name="connsiteX7" fmla="*/ 1288793 w 9922116"/>
              <a:gd name="connsiteY7" fmla="*/ 6763858 h 6858000"/>
              <a:gd name="connsiteX8" fmla="*/ 0 w 9922116"/>
              <a:gd name="connsiteY8" fmla="*/ 3429001 h 6858000"/>
              <a:gd name="connsiteX9" fmla="*/ 1288793 w 9922116"/>
              <a:gd name="connsiteY9" fmla="*/ 9414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22116" h="6858000">
                <a:moveTo>
                  <a:pt x="1378575" y="0"/>
                </a:moveTo>
                <a:lnTo>
                  <a:pt x="8543542" y="0"/>
                </a:lnTo>
                <a:lnTo>
                  <a:pt x="8633323" y="94145"/>
                </a:lnTo>
                <a:cubicBezTo>
                  <a:pt x="9434072" y="974941"/>
                  <a:pt x="9922116" y="2144991"/>
                  <a:pt x="9922116" y="3429001"/>
                </a:cubicBezTo>
                <a:cubicBezTo>
                  <a:pt x="9922116" y="4713011"/>
                  <a:pt x="9434072" y="5883061"/>
                  <a:pt x="8633323" y="6763858"/>
                </a:cubicBezTo>
                <a:lnTo>
                  <a:pt x="8543544" y="6858000"/>
                </a:lnTo>
                <a:lnTo>
                  <a:pt x="1378573" y="6858000"/>
                </a:lnTo>
                <a:lnTo>
                  <a:pt x="1288793" y="6763858"/>
                </a:lnTo>
                <a:cubicBezTo>
                  <a:pt x="488044" y="5883061"/>
                  <a:pt x="0" y="4713011"/>
                  <a:pt x="0" y="3429001"/>
                </a:cubicBezTo>
                <a:cubicBezTo>
                  <a:pt x="0" y="2144991"/>
                  <a:pt x="488044" y="974941"/>
                  <a:pt x="1288793" y="94145"/>
                </a:cubicBezTo>
                <a:close/>
              </a:path>
            </a:pathLst>
          </a:custGeom>
          <a:solidFill>
            <a:schemeClr val="bg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9D76C3C-10DD-492F-8A08-FB529B4E89BA}"/>
              </a:ext>
            </a:extLst>
          </p:cNvPr>
          <p:cNvSpPr>
            <a:spLocks noGrp="1"/>
          </p:cNvSpPr>
          <p:nvPr>
            <p:ph type="title"/>
          </p:nvPr>
        </p:nvSpPr>
        <p:spPr>
          <a:xfrm>
            <a:off x="2311147" y="365760"/>
            <a:ext cx="7569706" cy="1288238"/>
          </a:xfrm>
        </p:spPr>
        <p:txBody>
          <a:bodyPr anchor="ctr">
            <a:normAutofit/>
          </a:bodyPr>
          <a:lstStyle/>
          <a:p>
            <a:pPr algn="ctr"/>
            <a:r>
              <a:rPr lang="en-US" b="1" dirty="0">
                <a:solidFill>
                  <a:schemeClr val="accent4">
                    <a:lumMod val="60000"/>
                    <a:lumOff val="40000"/>
                  </a:schemeClr>
                </a:solidFill>
                <a:effectLst>
                  <a:outerShdw blurRad="38100" dist="38100" dir="2700000" algn="tl">
                    <a:srgbClr val="000000">
                      <a:alpha val="43137"/>
                    </a:srgbClr>
                  </a:outerShdw>
                </a:effectLst>
                <a:latin typeface="Rockwell" panose="02060603020205020403" pitchFamily="18" charset="0"/>
              </a:rPr>
              <a:t>Reason for Selecting </a:t>
            </a:r>
            <a:endParaRPr lang="en-IN" b="1" dirty="0">
              <a:solidFill>
                <a:schemeClr val="accent4">
                  <a:lumMod val="60000"/>
                  <a:lumOff val="40000"/>
                </a:schemeClr>
              </a:solidFill>
              <a:effectLst>
                <a:outerShdw blurRad="38100" dist="38100" dir="2700000" algn="tl">
                  <a:srgbClr val="000000">
                    <a:alpha val="43137"/>
                  </a:srgbClr>
                </a:outerShdw>
              </a:effectLst>
              <a:latin typeface="Rockwell" panose="02060603020205020403" pitchFamily="18" charset="0"/>
            </a:endParaRPr>
          </a:p>
        </p:txBody>
      </p:sp>
      <p:sp>
        <p:nvSpPr>
          <p:cNvPr id="3" name="Content Placeholder 2">
            <a:extLst>
              <a:ext uri="{FF2B5EF4-FFF2-40B4-BE49-F238E27FC236}">
                <a16:creationId xmlns:a16="http://schemas.microsoft.com/office/drawing/2014/main" id="{A9A33763-19B6-4723-AE8E-A9AD732B9C3E}"/>
              </a:ext>
            </a:extLst>
          </p:cNvPr>
          <p:cNvSpPr>
            <a:spLocks noGrp="1"/>
          </p:cNvSpPr>
          <p:nvPr>
            <p:ph idx="1"/>
          </p:nvPr>
        </p:nvSpPr>
        <p:spPr>
          <a:xfrm>
            <a:off x="2165569" y="1956816"/>
            <a:ext cx="7860863" cy="4024884"/>
          </a:xfrm>
        </p:spPr>
        <p:txBody>
          <a:bodyPr anchor="t">
            <a:normAutofit fontScale="92500" lnSpcReduction="10000"/>
          </a:bodyPr>
          <a:lstStyle/>
          <a:p>
            <a:r>
              <a:rPr lang="en-US" sz="2400" dirty="0">
                <a:latin typeface="Bell MT" panose="02020503060305020303" pitchFamily="18" charset="0"/>
              </a:rPr>
              <a:t>Phone Book System is a small web application developed for mini project students. In olden days we stored all our important contact details in books and papers. Here we proposed a new system, by using this application we can store all the details in a central repository. </a:t>
            </a:r>
            <a:endParaRPr lang="en-US" sz="2400" b="0" i="0" dirty="0">
              <a:effectLst/>
              <a:latin typeface="Bell MT" panose="02020503060305020303" pitchFamily="18" charset="0"/>
            </a:endParaRPr>
          </a:p>
          <a:p>
            <a:r>
              <a:rPr lang="en-US" sz="2400" dirty="0">
                <a:latin typeface="Bell MT" panose="02020503060305020303" pitchFamily="18" charset="0"/>
              </a:rPr>
              <a:t>In manual method if we forget information book then it is very difficult to get the contact details. By using this application, we can see our contacts anywhere in the world, here we will have security to the login page and no one can see our contacts without proper authentication. In this project we can save our contacts and we can search them by name and we can see all of them at a time.</a:t>
            </a:r>
            <a:br>
              <a:rPr lang="en-US" sz="2400" dirty="0">
                <a:latin typeface="Bell MT" panose="02020503060305020303" pitchFamily="18" charset="0"/>
              </a:rPr>
            </a:br>
            <a:endParaRPr lang="en-US" sz="2400" b="0" i="0" dirty="0">
              <a:effectLst/>
              <a:latin typeface="Bell MT" panose="02020503060305020303" pitchFamily="18" charset="0"/>
            </a:endParaRPr>
          </a:p>
        </p:txBody>
      </p:sp>
    </p:spTree>
    <p:extLst>
      <p:ext uri="{BB962C8B-B14F-4D97-AF65-F5344CB8AC3E}">
        <p14:creationId xmlns:p14="http://schemas.microsoft.com/office/powerpoint/2010/main" val="2757989307"/>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5" name="Freeform: Shape 14">
            <a:extLst>
              <a:ext uri="{FF2B5EF4-FFF2-40B4-BE49-F238E27FC236}">
                <a16:creationId xmlns:a16="http://schemas.microsoft.com/office/drawing/2014/main" id="{AD21898E-86C0-4C8A-A76C-DF33E844C8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9542" y="0"/>
            <a:ext cx="10432916" cy="6858000"/>
          </a:xfrm>
          <a:custGeom>
            <a:avLst/>
            <a:gdLst>
              <a:gd name="connsiteX0" fmla="*/ 1287962 w 10432916"/>
              <a:gd name="connsiteY0" fmla="*/ 0 h 6858000"/>
              <a:gd name="connsiteX1" fmla="*/ 9144956 w 10432916"/>
              <a:gd name="connsiteY1" fmla="*/ 0 h 6858000"/>
              <a:gd name="connsiteX2" fmla="*/ 9241731 w 10432916"/>
              <a:gd name="connsiteY2" fmla="*/ 111692 h 6858000"/>
              <a:gd name="connsiteX3" fmla="*/ 10432916 w 10432916"/>
              <a:gd name="connsiteY3" fmla="*/ 3429001 h 6858000"/>
              <a:gd name="connsiteX4" fmla="*/ 9241730 w 10432916"/>
              <a:gd name="connsiteY4" fmla="*/ 6746310 h 6858000"/>
              <a:gd name="connsiteX5" fmla="*/ 9144957 w 10432916"/>
              <a:gd name="connsiteY5" fmla="*/ 6858000 h 6858000"/>
              <a:gd name="connsiteX6" fmla="*/ 1287959 w 10432916"/>
              <a:gd name="connsiteY6" fmla="*/ 6858000 h 6858000"/>
              <a:gd name="connsiteX7" fmla="*/ 1191186 w 10432916"/>
              <a:gd name="connsiteY7" fmla="*/ 6746310 h 6858000"/>
              <a:gd name="connsiteX8" fmla="*/ 0 w 10432916"/>
              <a:gd name="connsiteY8" fmla="*/ 3429001 h 6858000"/>
              <a:gd name="connsiteX9" fmla="*/ 1191186 w 10432916"/>
              <a:gd name="connsiteY9" fmla="*/ 11169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32916" h="6858000">
                <a:moveTo>
                  <a:pt x="1287962" y="0"/>
                </a:moveTo>
                <a:lnTo>
                  <a:pt x="9144956" y="0"/>
                </a:lnTo>
                <a:lnTo>
                  <a:pt x="9241731" y="111692"/>
                </a:lnTo>
                <a:cubicBezTo>
                  <a:pt x="9985889" y="1013175"/>
                  <a:pt x="10432916" y="2168897"/>
                  <a:pt x="10432916" y="3429001"/>
                </a:cubicBezTo>
                <a:cubicBezTo>
                  <a:pt x="10432916" y="4689105"/>
                  <a:pt x="9985889" y="5844827"/>
                  <a:pt x="9241730" y="6746310"/>
                </a:cubicBezTo>
                <a:lnTo>
                  <a:pt x="9144957" y="6858000"/>
                </a:lnTo>
                <a:lnTo>
                  <a:pt x="1287959" y="6858000"/>
                </a:lnTo>
                <a:lnTo>
                  <a:pt x="1191186" y="6746310"/>
                </a:lnTo>
                <a:cubicBezTo>
                  <a:pt x="447027" y="5844827"/>
                  <a:pt x="0" y="4689105"/>
                  <a:pt x="0" y="3429001"/>
                </a:cubicBezTo>
                <a:cubicBezTo>
                  <a:pt x="0" y="2168897"/>
                  <a:pt x="447027" y="1013175"/>
                  <a:pt x="1191186" y="111692"/>
                </a:cubicBez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5C8F04BD-D093-45D0-B54C-50FDB308B4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4942" y="0"/>
            <a:ext cx="9922116" cy="6858000"/>
          </a:xfrm>
          <a:custGeom>
            <a:avLst/>
            <a:gdLst>
              <a:gd name="connsiteX0" fmla="*/ 1378575 w 9922116"/>
              <a:gd name="connsiteY0" fmla="*/ 0 h 6858000"/>
              <a:gd name="connsiteX1" fmla="*/ 8543542 w 9922116"/>
              <a:gd name="connsiteY1" fmla="*/ 0 h 6858000"/>
              <a:gd name="connsiteX2" fmla="*/ 8633323 w 9922116"/>
              <a:gd name="connsiteY2" fmla="*/ 94145 h 6858000"/>
              <a:gd name="connsiteX3" fmla="*/ 9922116 w 9922116"/>
              <a:gd name="connsiteY3" fmla="*/ 3429001 h 6858000"/>
              <a:gd name="connsiteX4" fmla="*/ 8633323 w 9922116"/>
              <a:gd name="connsiteY4" fmla="*/ 6763858 h 6858000"/>
              <a:gd name="connsiteX5" fmla="*/ 8543544 w 9922116"/>
              <a:gd name="connsiteY5" fmla="*/ 6858000 h 6858000"/>
              <a:gd name="connsiteX6" fmla="*/ 1378573 w 9922116"/>
              <a:gd name="connsiteY6" fmla="*/ 6858000 h 6858000"/>
              <a:gd name="connsiteX7" fmla="*/ 1288793 w 9922116"/>
              <a:gd name="connsiteY7" fmla="*/ 6763858 h 6858000"/>
              <a:gd name="connsiteX8" fmla="*/ 0 w 9922116"/>
              <a:gd name="connsiteY8" fmla="*/ 3429001 h 6858000"/>
              <a:gd name="connsiteX9" fmla="*/ 1288793 w 9922116"/>
              <a:gd name="connsiteY9" fmla="*/ 9414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22116" h="6858000">
                <a:moveTo>
                  <a:pt x="1378575" y="0"/>
                </a:moveTo>
                <a:lnTo>
                  <a:pt x="8543542" y="0"/>
                </a:lnTo>
                <a:lnTo>
                  <a:pt x="8633323" y="94145"/>
                </a:lnTo>
                <a:cubicBezTo>
                  <a:pt x="9434072" y="974941"/>
                  <a:pt x="9922116" y="2144991"/>
                  <a:pt x="9922116" y="3429001"/>
                </a:cubicBezTo>
                <a:cubicBezTo>
                  <a:pt x="9922116" y="4713011"/>
                  <a:pt x="9434072" y="5883061"/>
                  <a:pt x="8633323" y="6763858"/>
                </a:cubicBezTo>
                <a:lnTo>
                  <a:pt x="8543544" y="6858000"/>
                </a:lnTo>
                <a:lnTo>
                  <a:pt x="1378573" y="6858000"/>
                </a:lnTo>
                <a:lnTo>
                  <a:pt x="1288793" y="6763858"/>
                </a:lnTo>
                <a:cubicBezTo>
                  <a:pt x="488044" y="5883061"/>
                  <a:pt x="0" y="4713011"/>
                  <a:pt x="0" y="3429001"/>
                </a:cubicBezTo>
                <a:cubicBezTo>
                  <a:pt x="0" y="2144991"/>
                  <a:pt x="488044" y="974941"/>
                  <a:pt x="1288793" y="94145"/>
                </a:cubicBezTo>
                <a:close/>
              </a:path>
            </a:pathLst>
          </a:custGeom>
          <a:solidFill>
            <a:schemeClr val="bg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9D76C3C-10DD-492F-8A08-FB529B4E89BA}"/>
              </a:ext>
            </a:extLst>
          </p:cNvPr>
          <p:cNvSpPr>
            <a:spLocks noGrp="1"/>
          </p:cNvSpPr>
          <p:nvPr>
            <p:ph type="title"/>
          </p:nvPr>
        </p:nvSpPr>
        <p:spPr>
          <a:xfrm>
            <a:off x="2311147" y="365760"/>
            <a:ext cx="7569706" cy="1288238"/>
          </a:xfrm>
        </p:spPr>
        <p:txBody>
          <a:bodyPr anchor="ctr">
            <a:normAutofit/>
          </a:bodyPr>
          <a:lstStyle/>
          <a:p>
            <a:pPr algn="ctr"/>
            <a:r>
              <a:rPr lang="en-IN" sz="3600" b="1" dirty="0">
                <a:solidFill>
                  <a:schemeClr val="accent4">
                    <a:lumMod val="60000"/>
                    <a:lumOff val="40000"/>
                  </a:schemeClr>
                </a:solidFill>
                <a:effectLst>
                  <a:outerShdw blurRad="38100" dist="38100" dir="2700000" algn="tl">
                    <a:srgbClr val="000000">
                      <a:alpha val="43137"/>
                    </a:srgbClr>
                  </a:outerShdw>
                </a:effectLst>
                <a:latin typeface="Rockwell" panose="02060603020205020403" pitchFamily="18" charset="0"/>
              </a:rPr>
              <a:t>What is front end ?</a:t>
            </a:r>
          </a:p>
        </p:txBody>
      </p:sp>
      <p:sp>
        <p:nvSpPr>
          <p:cNvPr id="3" name="Content Placeholder 2">
            <a:extLst>
              <a:ext uri="{FF2B5EF4-FFF2-40B4-BE49-F238E27FC236}">
                <a16:creationId xmlns:a16="http://schemas.microsoft.com/office/drawing/2014/main" id="{A9A33763-19B6-4723-AE8E-A9AD732B9C3E}"/>
              </a:ext>
            </a:extLst>
          </p:cNvPr>
          <p:cNvSpPr>
            <a:spLocks noGrp="1"/>
          </p:cNvSpPr>
          <p:nvPr>
            <p:ph idx="1"/>
          </p:nvPr>
        </p:nvSpPr>
        <p:spPr>
          <a:xfrm>
            <a:off x="2165569" y="1558212"/>
            <a:ext cx="7860863" cy="4423488"/>
          </a:xfrm>
        </p:spPr>
        <p:txBody>
          <a:bodyPr anchor="t">
            <a:noAutofit/>
          </a:bodyPr>
          <a:lstStyle/>
          <a:p>
            <a:r>
              <a:rPr lang="en-US" sz="2200" b="0" i="0" dirty="0">
                <a:solidFill>
                  <a:srgbClr val="FFFFFF"/>
                </a:solidFill>
                <a:effectLst/>
                <a:latin typeface="Bell MT" panose="02020503060305020303" pitchFamily="18" charset="0"/>
              </a:rPr>
              <a:t>This is a part of a website that the user interacts with directly is termed the front end. It is also referred to as the ‘client side of the application. It includes everything that users experience directly: text colors and styles, images, graphs and tables, buttons, colors, and a navigation menu.</a:t>
            </a:r>
          </a:p>
          <a:p>
            <a:r>
              <a:rPr lang="en-US" sz="2200" b="0" i="0" dirty="0">
                <a:solidFill>
                  <a:srgbClr val="FFFFFF"/>
                </a:solidFill>
                <a:effectLst/>
                <a:latin typeface="Bell MT" panose="02020503060305020303" pitchFamily="18" charset="0"/>
              </a:rPr>
              <a:t>HTML, CSS, and JavaScript are the languages used for Front End development. Responsiveness and performance are the two main objectives of the Front End. The developer must ensure that the site is responsive i.e. it appears correctly on devices of all sizes no part of the website should behave abnormally irrespective of the size of the screen.</a:t>
            </a:r>
            <a:endParaRPr lang="en-US" sz="2200" b="0" i="0" dirty="0">
              <a:solidFill>
                <a:srgbClr val="BDC1C6"/>
              </a:solidFill>
              <a:effectLst/>
              <a:latin typeface="Bell MT" panose="02020503060305020303" pitchFamily="18" charset="0"/>
            </a:endParaRPr>
          </a:p>
        </p:txBody>
      </p:sp>
    </p:spTree>
    <p:extLst>
      <p:ext uri="{BB962C8B-B14F-4D97-AF65-F5344CB8AC3E}">
        <p14:creationId xmlns:p14="http://schemas.microsoft.com/office/powerpoint/2010/main" val="2845833195"/>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5" name="Freeform: Shape 14">
            <a:extLst>
              <a:ext uri="{FF2B5EF4-FFF2-40B4-BE49-F238E27FC236}">
                <a16:creationId xmlns:a16="http://schemas.microsoft.com/office/drawing/2014/main" id="{AD21898E-86C0-4C8A-A76C-DF33E844C8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9542" y="0"/>
            <a:ext cx="10432916" cy="6858000"/>
          </a:xfrm>
          <a:custGeom>
            <a:avLst/>
            <a:gdLst>
              <a:gd name="connsiteX0" fmla="*/ 1287962 w 10432916"/>
              <a:gd name="connsiteY0" fmla="*/ 0 h 6858000"/>
              <a:gd name="connsiteX1" fmla="*/ 9144956 w 10432916"/>
              <a:gd name="connsiteY1" fmla="*/ 0 h 6858000"/>
              <a:gd name="connsiteX2" fmla="*/ 9241731 w 10432916"/>
              <a:gd name="connsiteY2" fmla="*/ 111692 h 6858000"/>
              <a:gd name="connsiteX3" fmla="*/ 10432916 w 10432916"/>
              <a:gd name="connsiteY3" fmla="*/ 3429001 h 6858000"/>
              <a:gd name="connsiteX4" fmla="*/ 9241730 w 10432916"/>
              <a:gd name="connsiteY4" fmla="*/ 6746310 h 6858000"/>
              <a:gd name="connsiteX5" fmla="*/ 9144957 w 10432916"/>
              <a:gd name="connsiteY5" fmla="*/ 6858000 h 6858000"/>
              <a:gd name="connsiteX6" fmla="*/ 1287959 w 10432916"/>
              <a:gd name="connsiteY6" fmla="*/ 6858000 h 6858000"/>
              <a:gd name="connsiteX7" fmla="*/ 1191186 w 10432916"/>
              <a:gd name="connsiteY7" fmla="*/ 6746310 h 6858000"/>
              <a:gd name="connsiteX8" fmla="*/ 0 w 10432916"/>
              <a:gd name="connsiteY8" fmla="*/ 3429001 h 6858000"/>
              <a:gd name="connsiteX9" fmla="*/ 1191186 w 10432916"/>
              <a:gd name="connsiteY9" fmla="*/ 11169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32916" h="6858000">
                <a:moveTo>
                  <a:pt x="1287962" y="0"/>
                </a:moveTo>
                <a:lnTo>
                  <a:pt x="9144956" y="0"/>
                </a:lnTo>
                <a:lnTo>
                  <a:pt x="9241731" y="111692"/>
                </a:lnTo>
                <a:cubicBezTo>
                  <a:pt x="9985889" y="1013175"/>
                  <a:pt x="10432916" y="2168897"/>
                  <a:pt x="10432916" y="3429001"/>
                </a:cubicBezTo>
                <a:cubicBezTo>
                  <a:pt x="10432916" y="4689105"/>
                  <a:pt x="9985889" y="5844827"/>
                  <a:pt x="9241730" y="6746310"/>
                </a:cubicBezTo>
                <a:lnTo>
                  <a:pt x="9144957" y="6858000"/>
                </a:lnTo>
                <a:lnTo>
                  <a:pt x="1287959" y="6858000"/>
                </a:lnTo>
                <a:lnTo>
                  <a:pt x="1191186" y="6746310"/>
                </a:lnTo>
                <a:cubicBezTo>
                  <a:pt x="447027" y="5844827"/>
                  <a:pt x="0" y="4689105"/>
                  <a:pt x="0" y="3429001"/>
                </a:cubicBezTo>
                <a:cubicBezTo>
                  <a:pt x="0" y="2168897"/>
                  <a:pt x="447027" y="1013175"/>
                  <a:pt x="1191186" y="111692"/>
                </a:cubicBez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5C8F04BD-D093-45D0-B54C-50FDB308B4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4942" y="0"/>
            <a:ext cx="9922116" cy="6858000"/>
          </a:xfrm>
          <a:custGeom>
            <a:avLst/>
            <a:gdLst>
              <a:gd name="connsiteX0" fmla="*/ 1378575 w 9922116"/>
              <a:gd name="connsiteY0" fmla="*/ 0 h 6858000"/>
              <a:gd name="connsiteX1" fmla="*/ 8543542 w 9922116"/>
              <a:gd name="connsiteY1" fmla="*/ 0 h 6858000"/>
              <a:gd name="connsiteX2" fmla="*/ 8633323 w 9922116"/>
              <a:gd name="connsiteY2" fmla="*/ 94145 h 6858000"/>
              <a:gd name="connsiteX3" fmla="*/ 9922116 w 9922116"/>
              <a:gd name="connsiteY3" fmla="*/ 3429001 h 6858000"/>
              <a:gd name="connsiteX4" fmla="*/ 8633323 w 9922116"/>
              <a:gd name="connsiteY4" fmla="*/ 6763858 h 6858000"/>
              <a:gd name="connsiteX5" fmla="*/ 8543544 w 9922116"/>
              <a:gd name="connsiteY5" fmla="*/ 6858000 h 6858000"/>
              <a:gd name="connsiteX6" fmla="*/ 1378573 w 9922116"/>
              <a:gd name="connsiteY6" fmla="*/ 6858000 h 6858000"/>
              <a:gd name="connsiteX7" fmla="*/ 1288793 w 9922116"/>
              <a:gd name="connsiteY7" fmla="*/ 6763858 h 6858000"/>
              <a:gd name="connsiteX8" fmla="*/ 0 w 9922116"/>
              <a:gd name="connsiteY8" fmla="*/ 3429001 h 6858000"/>
              <a:gd name="connsiteX9" fmla="*/ 1288793 w 9922116"/>
              <a:gd name="connsiteY9" fmla="*/ 9414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22116" h="6858000">
                <a:moveTo>
                  <a:pt x="1378575" y="0"/>
                </a:moveTo>
                <a:lnTo>
                  <a:pt x="8543542" y="0"/>
                </a:lnTo>
                <a:lnTo>
                  <a:pt x="8633323" y="94145"/>
                </a:lnTo>
                <a:cubicBezTo>
                  <a:pt x="9434072" y="974941"/>
                  <a:pt x="9922116" y="2144991"/>
                  <a:pt x="9922116" y="3429001"/>
                </a:cubicBezTo>
                <a:cubicBezTo>
                  <a:pt x="9922116" y="4713011"/>
                  <a:pt x="9434072" y="5883061"/>
                  <a:pt x="8633323" y="6763858"/>
                </a:cubicBezTo>
                <a:lnTo>
                  <a:pt x="8543544" y="6858000"/>
                </a:lnTo>
                <a:lnTo>
                  <a:pt x="1378573" y="6858000"/>
                </a:lnTo>
                <a:lnTo>
                  <a:pt x="1288793" y="6763858"/>
                </a:lnTo>
                <a:cubicBezTo>
                  <a:pt x="488044" y="5883061"/>
                  <a:pt x="0" y="4713011"/>
                  <a:pt x="0" y="3429001"/>
                </a:cubicBezTo>
                <a:cubicBezTo>
                  <a:pt x="0" y="2144991"/>
                  <a:pt x="488044" y="974941"/>
                  <a:pt x="1288793" y="94145"/>
                </a:cubicBezTo>
                <a:close/>
              </a:path>
            </a:pathLst>
          </a:custGeom>
          <a:solidFill>
            <a:schemeClr val="bg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9D76C3C-10DD-492F-8A08-FB529B4E89BA}"/>
              </a:ext>
            </a:extLst>
          </p:cNvPr>
          <p:cNvSpPr>
            <a:spLocks noGrp="1"/>
          </p:cNvSpPr>
          <p:nvPr>
            <p:ph type="title"/>
          </p:nvPr>
        </p:nvSpPr>
        <p:spPr>
          <a:xfrm>
            <a:off x="2311147" y="365760"/>
            <a:ext cx="7569706" cy="1288238"/>
          </a:xfrm>
        </p:spPr>
        <p:txBody>
          <a:bodyPr anchor="ctr">
            <a:normAutofit/>
          </a:bodyPr>
          <a:lstStyle/>
          <a:p>
            <a:pPr algn="ctr"/>
            <a:r>
              <a:rPr lang="en-IN" sz="3600" b="1" dirty="0">
                <a:solidFill>
                  <a:schemeClr val="accent4">
                    <a:lumMod val="60000"/>
                    <a:lumOff val="40000"/>
                  </a:schemeClr>
                </a:solidFill>
                <a:effectLst>
                  <a:outerShdw blurRad="38100" dist="38100" dir="2700000" algn="tl">
                    <a:srgbClr val="000000">
                      <a:alpha val="43137"/>
                    </a:srgbClr>
                  </a:outerShdw>
                </a:effectLst>
                <a:latin typeface="Rockwell" panose="02060603020205020403" pitchFamily="18" charset="0"/>
              </a:rPr>
              <a:t>What is back end ?</a:t>
            </a:r>
          </a:p>
        </p:txBody>
      </p:sp>
      <p:sp>
        <p:nvSpPr>
          <p:cNvPr id="3" name="Content Placeholder 2">
            <a:extLst>
              <a:ext uri="{FF2B5EF4-FFF2-40B4-BE49-F238E27FC236}">
                <a16:creationId xmlns:a16="http://schemas.microsoft.com/office/drawing/2014/main" id="{A9A33763-19B6-4723-AE8E-A9AD732B9C3E}"/>
              </a:ext>
            </a:extLst>
          </p:cNvPr>
          <p:cNvSpPr>
            <a:spLocks noGrp="1"/>
          </p:cNvSpPr>
          <p:nvPr>
            <p:ph idx="1"/>
          </p:nvPr>
        </p:nvSpPr>
        <p:spPr>
          <a:xfrm>
            <a:off x="2165569" y="1558212"/>
            <a:ext cx="7860863" cy="4423488"/>
          </a:xfrm>
        </p:spPr>
        <p:txBody>
          <a:bodyPr anchor="t">
            <a:noAutofit/>
          </a:bodyPr>
          <a:lstStyle/>
          <a:p>
            <a:r>
              <a:rPr lang="en-US" sz="2200" b="0" i="0" dirty="0">
                <a:effectLst/>
                <a:latin typeface="Bell MT" panose="02020503060305020303" pitchFamily="18" charset="0"/>
              </a:rPr>
              <a:t>Back-end development means working on server-side software, which focuses on everything you can’t see on a website. Back-end developers ensure the website performs correctly, focusing on databases, back-end logic, application programming interface (APIs), architecture, and servers. They use code that helps browsers communicate with databases, store, understand, and delete data.</a:t>
            </a:r>
          </a:p>
          <a:p>
            <a:pPr algn="l">
              <a:buFont typeface="Arial" panose="020B0604020202020204" pitchFamily="34" charset="0"/>
              <a:buChar char="•"/>
            </a:pPr>
            <a:r>
              <a:rPr lang="en-IN" sz="2200" b="1" i="0" dirty="0">
                <a:solidFill>
                  <a:srgbClr val="BDC1C6"/>
                </a:solidFill>
                <a:effectLst/>
                <a:latin typeface="Bell MT" panose="02020503060305020303" pitchFamily="18" charset="0"/>
              </a:rPr>
              <a:t>Programming languages: Python. PHP. JavaScript. Java. </a:t>
            </a:r>
          </a:p>
          <a:p>
            <a:pPr algn="l">
              <a:buFont typeface="Arial" panose="020B0604020202020204" pitchFamily="34" charset="0"/>
              <a:buChar char="•"/>
            </a:pPr>
            <a:r>
              <a:rPr lang="en-IN" sz="2200" b="1" i="0" dirty="0">
                <a:solidFill>
                  <a:srgbClr val="BDC1C6"/>
                </a:solidFill>
                <a:effectLst/>
                <a:latin typeface="Bell MT" panose="02020503060305020303" pitchFamily="18" charset="0"/>
              </a:rPr>
              <a:t>Frameworks: Node. </a:t>
            </a:r>
            <a:r>
              <a:rPr lang="en-IN" sz="2200" b="1" i="0" dirty="0" err="1">
                <a:solidFill>
                  <a:srgbClr val="BDC1C6"/>
                </a:solidFill>
                <a:effectLst/>
                <a:latin typeface="Bell MT" panose="02020503060305020303" pitchFamily="18" charset="0"/>
              </a:rPr>
              <a:t>js</a:t>
            </a:r>
            <a:r>
              <a:rPr lang="en-IN" sz="2200" b="1" i="0" dirty="0">
                <a:solidFill>
                  <a:srgbClr val="BDC1C6"/>
                </a:solidFill>
                <a:effectLst/>
                <a:latin typeface="Bell MT" panose="02020503060305020303" pitchFamily="18" charset="0"/>
              </a:rPr>
              <a:t>.</a:t>
            </a:r>
          </a:p>
          <a:p>
            <a:pPr algn="l">
              <a:buFont typeface="Arial" panose="020B0604020202020204" pitchFamily="34" charset="0"/>
              <a:buChar char="•"/>
            </a:pPr>
            <a:r>
              <a:rPr lang="en-IN" sz="2200" b="1" i="0" dirty="0">
                <a:solidFill>
                  <a:srgbClr val="BDC1C6"/>
                </a:solidFill>
                <a:effectLst/>
                <a:latin typeface="Bell MT" panose="02020503060305020303" pitchFamily="18" charset="0"/>
              </a:rPr>
              <a:t>Databases: MongoDB. MySQL.</a:t>
            </a:r>
          </a:p>
          <a:p>
            <a:endParaRPr lang="en-US" sz="2200" b="0" i="0" dirty="0">
              <a:effectLst/>
              <a:latin typeface="Bell MT" panose="02020503060305020303" pitchFamily="18" charset="0"/>
            </a:endParaRPr>
          </a:p>
        </p:txBody>
      </p:sp>
    </p:spTree>
    <p:extLst>
      <p:ext uri="{BB962C8B-B14F-4D97-AF65-F5344CB8AC3E}">
        <p14:creationId xmlns:p14="http://schemas.microsoft.com/office/powerpoint/2010/main" val="1191730575"/>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5" name="Freeform: Shape 14">
            <a:extLst>
              <a:ext uri="{FF2B5EF4-FFF2-40B4-BE49-F238E27FC236}">
                <a16:creationId xmlns:a16="http://schemas.microsoft.com/office/drawing/2014/main" id="{AD21898E-86C0-4C8A-A76C-DF33E844C8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9542" y="0"/>
            <a:ext cx="10432916" cy="6858000"/>
          </a:xfrm>
          <a:custGeom>
            <a:avLst/>
            <a:gdLst>
              <a:gd name="connsiteX0" fmla="*/ 1287962 w 10432916"/>
              <a:gd name="connsiteY0" fmla="*/ 0 h 6858000"/>
              <a:gd name="connsiteX1" fmla="*/ 9144956 w 10432916"/>
              <a:gd name="connsiteY1" fmla="*/ 0 h 6858000"/>
              <a:gd name="connsiteX2" fmla="*/ 9241731 w 10432916"/>
              <a:gd name="connsiteY2" fmla="*/ 111692 h 6858000"/>
              <a:gd name="connsiteX3" fmla="*/ 10432916 w 10432916"/>
              <a:gd name="connsiteY3" fmla="*/ 3429001 h 6858000"/>
              <a:gd name="connsiteX4" fmla="*/ 9241730 w 10432916"/>
              <a:gd name="connsiteY4" fmla="*/ 6746310 h 6858000"/>
              <a:gd name="connsiteX5" fmla="*/ 9144957 w 10432916"/>
              <a:gd name="connsiteY5" fmla="*/ 6858000 h 6858000"/>
              <a:gd name="connsiteX6" fmla="*/ 1287959 w 10432916"/>
              <a:gd name="connsiteY6" fmla="*/ 6858000 h 6858000"/>
              <a:gd name="connsiteX7" fmla="*/ 1191186 w 10432916"/>
              <a:gd name="connsiteY7" fmla="*/ 6746310 h 6858000"/>
              <a:gd name="connsiteX8" fmla="*/ 0 w 10432916"/>
              <a:gd name="connsiteY8" fmla="*/ 3429001 h 6858000"/>
              <a:gd name="connsiteX9" fmla="*/ 1191186 w 10432916"/>
              <a:gd name="connsiteY9" fmla="*/ 11169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32916" h="6858000">
                <a:moveTo>
                  <a:pt x="1287962" y="0"/>
                </a:moveTo>
                <a:lnTo>
                  <a:pt x="9144956" y="0"/>
                </a:lnTo>
                <a:lnTo>
                  <a:pt x="9241731" y="111692"/>
                </a:lnTo>
                <a:cubicBezTo>
                  <a:pt x="9985889" y="1013175"/>
                  <a:pt x="10432916" y="2168897"/>
                  <a:pt x="10432916" y="3429001"/>
                </a:cubicBezTo>
                <a:cubicBezTo>
                  <a:pt x="10432916" y="4689105"/>
                  <a:pt x="9985889" y="5844827"/>
                  <a:pt x="9241730" y="6746310"/>
                </a:cubicBezTo>
                <a:lnTo>
                  <a:pt x="9144957" y="6858000"/>
                </a:lnTo>
                <a:lnTo>
                  <a:pt x="1287959" y="6858000"/>
                </a:lnTo>
                <a:lnTo>
                  <a:pt x="1191186" y="6746310"/>
                </a:lnTo>
                <a:cubicBezTo>
                  <a:pt x="447027" y="5844827"/>
                  <a:pt x="0" y="4689105"/>
                  <a:pt x="0" y="3429001"/>
                </a:cubicBezTo>
                <a:cubicBezTo>
                  <a:pt x="0" y="2168897"/>
                  <a:pt x="447027" y="1013175"/>
                  <a:pt x="1191186" y="111692"/>
                </a:cubicBez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5C8F04BD-D093-45D0-B54C-50FDB308B4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4942" y="0"/>
            <a:ext cx="9922116" cy="6858000"/>
          </a:xfrm>
          <a:custGeom>
            <a:avLst/>
            <a:gdLst>
              <a:gd name="connsiteX0" fmla="*/ 1378575 w 9922116"/>
              <a:gd name="connsiteY0" fmla="*/ 0 h 6858000"/>
              <a:gd name="connsiteX1" fmla="*/ 8543542 w 9922116"/>
              <a:gd name="connsiteY1" fmla="*/ 0 h 6858000"/>
              <a:gd name="connsiteX2" fmla="*/ 8633323 w 9922116"/>
              <a:gd name="connsiteY2" fmla="*/ 94145 h 6858000"/>
              <a:gd name="connsiteX3" fmla="*/ 9922116 w 9922116"/>
              <a:gd name="connsiteY3" fmla="*/ 3429001 h 6858000"/>
              <a:gd name="connsiteX4" fmla="*/ 8633323 w 9922116"/>
              <a:gd name="connsiteY4" fmla="*/ 6763858 h 6858000"/>
              <a:gd name="connsiteX5" fmla="*/ 8543544 w 9922116"/>
              <a:gd name="connsiteY5" fmla="*/ 6858000 h 6858000"/>
              <a:gd name="connsiteX6" fmla="*/ 1378573 w 9922116"/>
              <a:gd name="connsiteY6" fmla="*/ 6858000 h 6858000"/>
              <a:gd name="connsiteX7" fmla="*/ 1288793 w 9922116"/>
              <a:gd name="connsiteY7" fmla="*/ 6763858 h 6858000"/>
              <a:gd name="connsiteX8" fmla="*/ 0 w 9922116"/>
              <a:gd name="connsiteY8" fmla="*/ 3429001 h 6858000"/>
              <a:gd name="connsiteX9" fmla="*/ 1288793 w 9922116"/>
              <a:gd name="connsiteY9" fmla="*/ 9414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22116" h="6858000">
                <a:moveTo>
                  <a:pt x="1378575" y="0"/>
                </a:moveTo>
                <a:lnTo>
                  <a:pt x="8543542" y="0"/>
                </a:lnTo>
                <a:lnTo>
                  <a:pt x="8633323" y="94145"/>
                </a:lnTo>
                <a:cubicBezTo>
                  <a:pt x="9434072" y="974941"/>
                  <a:pt x="9922116" y="2144991"/>
                  <a:pt x="9922116" y="3429001"/>
                </a:cubicBezTo>
                <a:cubicBezTo>
                  <a:pt x="9922116" y="4713011"/>
                  <a:pt x="9434072" y="5883061"/>
                  <a:pt x="8633323" y="6763858"/>
                </a:cubicBezTo>
                <a:lnTo>
                  <a:pt x="8543544" y="6858000"/>
                </a:lnTo>
                <a:lnTo>
                  <a:pt x="1378573" y="6858000"/>
                </a:lnTo>
                <a:lnTo>
                  <a:pt x="1288793" y="6763858"/>
                </a:lnTo>
                <a:cubicBezTo>
                  <a:pt x="488044" y="5883061"/>
                  <a:pt x="0" y="4713011"/>
                  <a:pt x="0" y="3429001"/>
                </a:cubicBezTo>
                <a:cubicBezTo>
                  <a:pt x="0" y="2144991"/>
                  <a:pt x="488044" y="974941"/>
                  <a:pt x="1288793" y="94145"/>
                </a:cubicBezTo>
                <a:close/>
              </a:path>
            </a:pathLst>
          </a:custGeom>
          <a:solidFill>
            <a:schemeClr val="bg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9D76C3C-10DD-492F-8A08-FB529B4E89BA}"/>
              </a:ext>
            </a:extLst>
          </p:cNvPr>
          <p:cNvSpPr>
            <a:spLocks noGrp="1"/>
          </p:cNvSpPr>
          <p:nvPr>
            <p:ph type="title"/>
          </p:nvPr>
        </p:nvSpPr>
        <p:spPr>
          <a:xfrm>
            <a:off x="2311147" y="365760"/>
            <a:ext cx="7569706" cy="1288238"/>
          </a:xfrm>
        </p:spPr>
        <p:txBody>
          <a:bodyPr anchor="ctr">
            <a:normAutofit/>
          </a:bodyPr>
          <a:lstStyle/>
          <a:p>
            <a:pPr algn="ctr"/>
            <a:r>
              <a:rPr lang="en-US" sz="3600" b="1" i="0" dirty="0">
                <a:solidFill>
                  <a:schemeClr val="accent4">
                    <a:lumMod val="60000"/>
                    <a:lumOff val="40000"/>
                  </a:schemeClr>
                </a:solidFill>
                <a:effectLst/>
                <a:latin typeface="Rockwell" panose="02060603020205020403" pitchFamily="18" charset="0"/>
              </a:rPr>
              <a:t>Methodology</a:t>
            </a:r>
            <a:endParaRPr lang="en-IN" sz="3600" b="1" dirty="0">
              <a:solidFill>
                <a:schemeClr val="accent4">
                  <a:lumMod val="60000"/>
                  <a:lumOff val="40000"/>
                </a:schemeClr>
              </a:solidFill>
              <a:effectLst>
                <a:outerShdw blurRad="38100" dist="38100" dir="2700000" algn="tl">
                  <a:srgbClr val="000000">
                    <a:alpha val="43137"/>
                  </a:srgbClr>
                </a:outerShdw>
              </a:effectLst>
              <a:latin typeface="Rockwell" panose="02060603020205020403" pitchFamily="18" charset="0"/>
            </a:endParaRPr>
          </a:p>
        </p:txBody>
      </p:sp>
      <p:sp>
        <p:nvSpPr>
          <p:cNvPr id="3" name="Content Placeholder 2">
            <a:extLst>
              <a:ext uri="{FF2B5EF4-FFF2-40B4-BE49-F238E27FC236}">
                <a16:creationId xmlns:a16="http://schemas.microsoft.com/office/drawing/2014/main" id="{A9A33763-19B6-4723-AE8E-A9AD732B9C3E}"/>
              </a:ext>
            </a:extLst>
          </p:cNvPr>
          <p:cNvSpPr>
            <a:spLocks noGrp="1"/>
          </p:cNvSpPr>
          <p:nvPr>
            <p:ph idx="1"/>
          </p:nvPr>
        </p:nvSpPr>
        <p:spPr>
          <a:xfrm>
            <a:off x="2165569" y="1558212"/>
            <a:ext cx="7860863" cy="4423488"/>
          </a:xfrm>
        </p:spPr>
        <p:txBody>
          <a:bodyPr anchor="t">
            <a:noAutofit/>
          </a:bodyPr>
          <a:lstStyle/>
          <a:p>
            <a:pPr marL="0" indent="0">
              <a:buNone/>
            </a:pPr>
            <a:r>
              <a:rPr lang="en-US" sz="2200" b="0" i="0" dirty="0">
                <a:effectLst/>
                <a:latin typeface="Bell MT" panose="02020503060305020303" pitchFamily="18" charset="0"/>
              </a:rPr>
              <a:t>Under this Phonebook Project, all the functionality has been added to meet the user's requirements in just few seconds. To provide the desired result on time, it is using with SQL server, Active-X in any Windows system and used binary search method has been used to produce results on minimal time. </a:t>
            </a:r>
          </a:p>
          <a:p>
            <a:pPr marL="0" indent="0">
              <a:buNone/>
            </a:pPr>
            <a:r>
              <a:rPr lang="en-US" sz="2200" dirty="0">
                <a:latin typeface="Bell MT" panose="02020503060305020303" pitchFamily="18" charset="0"/>
              </a:rPr>
              <a:t> </a:t>
            </a:r>
            <a:r>
              <a:rPr lang="en-US" sz="2200" b="0" i="0" dirty="0">
                <a:effectLst/>
                <a:latin typeface="Bell MT" panose="02020503060305020303" pitchFamily="18" charset="0"/>
              </a:rPr>
              <a:t>As customers do not have to purchase new volumes, each year and even they do not have to wait for the New Year to get updated records. As the new customer does the user side, so users will able to get updated information each time will update </a:t>
            </a:r>
            <a:r>
              <a:rPr lang="en-US" sz="2200" b="0" i="0" dirty="0" err="1">
                <a:effectLst/>
                <a:latin typeface="Bell MT" panose="02020503060305020303" pitchFamily="18" charset="0"/>
              </a:rPr>
              <a:t>details.To</a:t>
            </a:r>
            <a:r>
              <a:rPr lang="en-US" sz="2200" b="0" i="0" dirty="0">
                <a:effectLst/>
                <a:latin typeface="Bell MT" panose="02020503060305020303" pitchFamily="18" charset="0"/>
              </a:rPr>
              <a:t> eliminate data redundancy and perform validation process background codes by the class will responsible to do this task.</a:t>
            </a:r>
          </a:p>
        </p:txBody>
      </p:sp>
    </p:spTree>
    <p:extLst>
      <p:ext uri="{BB962C8B-B14F-4D97-AF65-F5344CB8AC3E}">
        <p14:creationId xmlns:p14="http://schemas.microsoft.com/office/powerpoint/2010/main" val="182576614"/>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5" name="Freeform: Shape 14">
            <a:extLst>
              <a:ext uri="{FF2B5EF4-FFF2-40B4-BE49-F238E27FC236}">
                <a16:creationId xmlns:a16="http://schemas.microsoft.com/office/drawing/2014/main" id="{AD21898E-86C0-4C8A-A76C-DF33E844C8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9542" y="0"/>
            <a:ext cx="10432916" cy="6858000"/>
          </a:xfrm>
          <a:custGeom>
            <a:avLst/>
            <a:gdLst>
              <a:gd name="connsiteX0" fmla="*/ 1287962 w 10432916"/>
              <a:gd name="connsiteY0" fmla="*/ 0 h 6858000"/>
              <a:gd name="connsiteX1" fmla="*/ 9144956 w 10432916"/>
              <a:gd name="connsiteY1" fmla="*/ 0 h 6858000"/>
              <a:gd name="connsiteX2" fmla="*/ 9241731 w 10432916"/>
              <a:gd name="connsiteY2" fmla="*/ 111692 h 6858000"/>
              <a:gd name="connsiteX3" fmla="*/ 10432916 w 10432916"/>
              <a:gd name="connsiteY3" fmla="*/ 3429001 h 6858000"/>
              <a:gd name="connsiteX4" fmla="*/ 9241730 w 10432916"/>
              <a:gd name="connsiteY4" fmla="*/ 6746310 h 6858000"/>
              <a:gd name="connsiteX5" fmla="*/ 9144957 w 10432916"/>
              <a:gd name="connsiteY5" fmla="*/ 6858000 h 6858000"/>
              <a:gd name="connsiteX6" fmla="*/ 1287959 w 10432916"/>
              <a:gd name="connsiteY6" fmla="*/ 6858000 h 6858000"/>
              <a:gd name="connsiteX7" fmla="*/ 1191186 w 10432916"/>
              <a:gd name="connsiteY7" fmla="*/ 6746310 h 6858000"/>
              <a:gd name="connsiteX8" fmla="*/ 0 w 10432916"/>
              <a:gd name="connsiteY8" fmla="*/ 3429001 h 6858000"/>
              <a:gd name="connsiteX9" fmla="*/ 1191186 w 10432916"/>
              <a:gd name="connsiteY9" fmla="*/ 11169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32916" h="6858000">
                <a:moveTo>
                  <a:pt x="1287962" y="0"/>
                </a:moveTo>
                <a:lnTo>
                  <a:pt x="9144956" y="0"/>
                </a:lnTo>
                <a:lnTo>
                  <a:pt x="9241731" y="111692"/>
                </a:lnTo>
                <a:cubicBezTo>
                  <a:pt x="9985889" y="1013175"/>
                  <a:pt x="10432916" y="2168897"/>
                  <a:pt x="10432916" y="3429001"/>
                </a:cubicBezTo>
                <a:cubicBezTo>
                  <a:pt x="10432916" y="4689105"/>
                  <a:pt x="9985889" y="5844827"/>
                  <a:pt x="9241730" y="6746310"/>
                </a:cubicBezTo>
                <a:lnTo>
                  <a:pt x="9144957" y="6858000"/>
                </a:lnTo>
                <a:lnTo>
                  <a:pt x="1287959" y="6858000"/>
                </a:lnTo>
                <a:lnTo>
                  <a:pt x="1191186" y="6746310"/>
                </a:lnTo>
                <a:cubicBezTo>
                  <a:pt x="447027" y="5844827"/>
                  <a:pt x="0" y="4689105"/>
                  <a:pt x="0" y="3429001"/>
                </a:cubicBezTo>
                <a:cubicBezTo>
                  <a:pt x="0" y="2168897"/>
                  <a:pt x="447027" y="1013175"/>
                  <a:pt x="1191186" y="111692"/>
                </a:cubicBez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5C8F04BD-D093-45D0-B54C-50FDB308B4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4942" y="0"/>
            <a:ext cx="9922116" cy="6858000"/>
          </a:xfrm>
          <a:custGeom>
            <a:avLst/>
            <a:gdLst>
              <a:gd name="connsiteX0" fmla="*/ 1378575 w 9922116"/>
              <a:gd name="connsiteY0" fmla="*/ 0 h 6858000"/>
              <a:gd name="connsiteX1" fmla="*/ 8543542 w 9922116"/>
              <a:gd name="connsiteY1" fmla="*/ 0 h 6858000"/>
              <a:gd name="connsiteX2" fmla="*/ 8633323 w 9922116"/>
              <a:gd name="connsiteY2" fmla="*/ 94145 h 6858000"/>
              <a:gd name="connsiteX3" fmla="*/ 9922116 w 9922116"/>
              <a:gd name="connsiteY3" fmla="*/ 3429001 h 6858000"/>
              <a:gd name="connsiteX4" fmla="*/ 8633323 w 9922116"/>
              <a:gd name="connsiteY4" fmla="*/ 6763858 h 6858000"/>
              <a:gd name="connsiteX5" fmla="*/ 8543544 w 9922116"/>
              <a:gd name="connsiteY5" fmla="*/ 6858000 h 6858000"/>
              <a:gd name="connsiteX6" fmla="*/ 1378573 w 9922116"/>
              <a:gd name="connsiteY6" fmla="*/ 6858000 h 6858000"/>
              <a:gd name="connsiteX7" fmla="*/ 1288793 w 9922116"/>
              <a:gd name="connsiteY7" fmla="*/ 6763858 h 6858000"/>
              <a:gd name="connsiteX8" fmla="*/ 0 w 9922116"/>
              <a:gd name="connsiteY8" fmla="*/ 3429001 h 6858000"/>
              <a:gd name="connsiteX9" fmla="*/ 1288793 w 9922116"/>
              <a:gd name="connsiteY9" fmla="*/ 9414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22116" h="6858000">
                <a:moveTo>
                  <a:pt x="1378575" y="0"/>
                </a:moveTo>
                <a:lnTo>
                  <a:pt x="8543542" y="0"/>
                </a:lnTo>
                <a:lnTo>
                  <a:pt x="8633323" y="94145"/>
                </a:lnTo>
                <a:cubicBezTo>
                  <a:pt x="9434072" y="974941"/>
                  <a:pt x="9922116" y="2144991"/>
                  <a:pt x="9922116" y="3429001"/>
                </a:cubicBezTo>
                <a:cubicBezTo>
                  <a:pt x="9922116" y="4713011"/>
                  <a:pt x="9434072" y="5883061"/>
                  <a:pt x="8633323" y="6763858"/>
                </a:cubicBezTo>
                <a:lnTo>
                  <a:pt x="8543544" y="6858000"/>
                </a:lnTo>
                <a:lnTo>
                  <a:pt x="1378573" y="6858000"/>
                </a:lnTo>
                <a:lnTo>
                  <a:pt x="1288793" y="6763858"/>
                </a:lnTo>
                <a:cubicBezTo>
                  <a:pt x="488044" y="5883061"/>
                  <a:pt x="0" y="4713011"/>
                  <a:pt x="0" y="3429001"/>
                </a:cubicBezTo>
                <a:cubicBezTo>
                  <a:pt x="0" y="2144991"/>
                  <a:pt x="488044" y="974941"/>
                  <a:pt x="1288793" y="94145"/>
                </a:cubicBezTo>
                <a:close/>
              </a:path>
            </a:pathLst>
          </a:custGeom>
          <a:solidFill>
            <a:schemeClr val="bg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9D76C3C-10DD-492F-8A08-FB529B4E89BA}"/>
              </a:ext>
            </a:extLst>
          </p:cNvPr>
          <p:cNvSpPr>
            <a:spLocks noGrp="1"/>
          </p:cNvSpPr>
          <p:nvPr>
            <p:ph type="title"/>
          </p:nvPr>
        </p:nvSpPr>
        <p:spPr>
          <a:xfrm>
            <a:off x="2311147" y="365760"/>
            <a:ext cx="7569706" cy="1288238"/>
          </a:xfrm>
        </p:spPr>
        <p:txBody>
          <a:bodyPr anchor="ctr">
            <a:normAutofit/>
          </a:bodyPr>
          <a:lstStyle/>
          <a:p>
            <a:pPr algn="ctr"/>
            <a:r>
              <a:rPr lang="en-IN" sz="3600" b="1" dirty="0">
                <a:solidFill>
                  <a:schemeClr val="accent4">
                    <a:lumMod val="60000"/>
                    <a:lumOff val="40000"/>
                  </a:schemeClr>
                </a:solidFill>
                <a:effectLst>
                  <a:outerShdw blurRad="38100" dist="38100" dir="2700000" algn="tl">
                    <a:srgbClr val="000000">
                      <a:alpha val="43137"/>
                    </a:srgbClr>
                  </a:outerShdw>
                </a:effectLst>
                <a:latin typeface="Rockwell" panose="02060603020205020403" pitchFamily="18" charset="0"/>
              </a:rPr>
              <a:t>Project Technical Specification</a:t>
            </a:r>
          </a:p>
        </p:txBody>
      </p:sp>
      <p:sp>
        <p:nvSpPr>
          <p:cNvPr id="3" name="Content Placeholder 2">
            <a:extLst>
              <a:ext uri="{FF2B5EF4-FFF2-40B4-BE49-F238E27FC236}">
                <a16:creationId xmlns:a16="http://schemas.microsoft.com/office/drawing/2014/main" id="{A9A33763-19B6-4723-AE8E-A9AD732B9C3E}"/>
              </a:ext>
            </a:extLst>
          </p:cNvPr>
          <p:cNvSpPr>
            <a:spLocks noGrp="1"/>
          </p:cNvSpPr>
          <p:nvPr>
            <p:ph idx="1"/>
          </p:nvPr>
        </p:nvSpPr>
        <p:spPr>
          <a:xfrm>
            <a:off x="2165569" y="1558212"/>
            <a:ext cx="7860863" cy="4423488"/>
          </a:xfrm>
        </p:spPr>
        <p:txBody>
          <a:bodyPr anchor="t">
            <a:noAutofit/>
          </a:bodyPr>
          <a:lstStyle/>
          <a:p>
            <a:r>
              <a:rPr lang="en-US" sz="2200" b="0" i="0" dirty="0">
                <a:effectLst/>
                <a:latin typeface="Bell MT" panose="02020503060305020303" pitchFamily="18" charset="0"/>
              </a:rPr>
              <a:t>Visual Editor</a:t>
            </a:r>
          </a:p>
          <a:p>
            <a:r>
              <a:rPr lang="en-US" sz="2200" b="0" i="0" dirty="0">
                <a:effectLst/>
                <a:latin typeface="Bell MT" panose="02020503060305020303" pitchFamily="18" charset="0"/>
              </a:rPr>
              <a:t>Programing Language</a:t>
            </a:r>
          </a:p>
          <a:p>
            <a:r>
              <a:rPr lang="en-US" sz="2200" b="0" i="0" dirty="0">
                <a:effectLst/>
                <a:latin typeface="Bell MT" panose="02020503060305020303" pitchFamily="18" charset="0"/>
              </a:rPr>
              <a:t>Database Support</a:t>
            </a:r>
          </a:p>
          <a:p>
            <a:r>
              <a:rPr lang="en-US" sz="2200" b="0" i="0" dirty="0">
                <a:effectLst/>
                <a:latin typeface="Bell MT" panose="02020503060305020303" pitchFamily="18" charset="0"/>
              </a:rPr>
              <a:t>Project Type  Contact data management</a:t>
            </a:r>
          </a:p>
        </p:txBody>
      </p:sp>
    </p:spTree>
    <p:extLst>
      <p:ext uri="{BB962C8B-B14F-4D97-AF65-F5344CB8AC3E}">
        <p14:creationId xmlns:p14="http://schemas.microsoft.com/office/powerpoint/2010/main" val="2151819978"/>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5" name="Freeform: Shape 14">
            <a:extLst>
              <a:ext uri="{FF2B5EF4-FFF2-40B4-BE49-F238E27FC236}">
                <a16:creationId xmlns:a16="http://schemas.microsoft.com/office/drawing/2014/main" id="{AD21898E-86C0-4C8A-A76C-DF33E844C8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9542" y="0"/>
            <a:ext cx="10432916" cy="6858000"/>
          </a:xfrm>
          <a:custGeom>
            <a:avLst/>
            <a:gdLst>
              <a:gd name="connsiteX0" fmla="*/ 1287962 w 10432916"/>
              <a:gd name="connsiteY0" fmla="*/ 0 h 6858000"/>
              <a:gd name="connsiteX1" fmla="*/ 9144956 w 10432916"/>
              <a:gd name="connsiteY1" fmla="*/ 0 h 6858000"/>
              <a:gd name="connsiteX2" fmla="*/ 9241731 w 10432916"/>
              <a:gd name="connsiteY2" fmla="*/ 111692 h 6858000"/>
              <a:gd name="connsiteX3" fmla="*/ 10432916 w 10432916"/>
              <a:gd name="connsiteY3" fmla="*/ 3429001 h 6858000"/>
              <a:gd name="connsiteX4" fmla="*/ 9241730 w 10432916"/>
              <a:gd name="connsiteY4" fmla="*/ 6746310 h 6858000"/>
              <a:gd name="connsiteX5" fmla="*/ 9144957 w 10432916"/>
              <a:gd name="connsiteY5" fmla="*/ 6858000 h 6858000"/>
              <a:gd name="connsiteX6" fmla="*/ 1287959 w 10432916"/>
              <a:gd name="connsiteY6" fmla="*/ 6858000 h 6858000"/>
              <a:gd name="connsiteX7" fmla="*/ 1191186 w 10432916"/>
              <a:gd name="connsiteY7" fmla="*/ 6746310 h 6858000"/>
              <a:gd name="connsiteX8" fmla="*/ 0 w 10432916"/>
              <a:gd name="connsiteY8" fmla="*/ 3429001 h 6858000"/>
              <a:gd name="connsiteX9" fmla="*/ 1191186 w 10432916"/>
              <a:gd name="connsiteY9" fmla="*/ 11169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32916" h="6858000">
                <a:moveTo>
                  <a:pt x="1287962" y="0"/>
                </a:moveTo>
                <a:lnTo>
                  <a:pt x="9144956" y="0"/>
                </a:lnTo>
                <a:lnTo>
                  <a:pt x="9241731" y="111692"/>
                </a:lnTo>
                <a:cubicBezTo>
                  <a:pt x="9985889" y="1013175"/>
                  <a:pt x="10432916" y="2168897"/>
                  <a:pt x="10432916" y="3429001"/>
                </a:cubicBezTo>
                <a:cubicBezTo>
                  <a:pt x="10432916" y="4689105"/>
                  <a:pt x="9985889" y="5844827"/>
                  <a:pt x="9241730" y="6746310"/>
                </a:cubicBezTo>
                <a:lnTo>
                  <a:pt x="9144957" y="6858000"/>
                </a:lnTo>
                <a:lnTo>
                  <a:pt x="1287959" y="6858000"/>
                </a:lnTo>
                <a:lnTo>
                  <a:pt x="1191186" y="6746310"/>
                </a:lnTo>
                <a:cubicBezTo>
                  <a:pt x="447027" y="5844827"/>
                  <a:pt x="0" y="4689105"/>
                  <a:pt x="0" y="3429001"/>
                </a:cubicBezTo>
                <a:cubicBezTo>
                  <a:pt x="0" y="2168897"/>
                  <a:pt x="447027" y="1013175"/>
                  <a:pt x="1191186" y="111692"/>
                </a:cubicBez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5C8F04BD-D093-45D0-B54C-50FDB308B4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4942" y="0"/>
            <a:ext cx="9922116" cy="6858000"/>
          </a:xfrm>
          <a:custGeom>
            <a:avLst/>
            <a:gdLst>
              <a:gd name="connsiteX0" fmla="*/ 1378575 w 9922116"/>
              <a:gd name="connsiteY0" fmla="*/ 0 h 6858000"/>
              <a:gd name="connsiteX1" fmla="*/ 8543542 w 9922116"/>
              <a:gd name="connsiteY1" fmla="*/ 0 h 6858000"/>
              <a:gd name="connsiteX2" fmla="*/ 8633323 w 9922116"/>
              <a:gd name="connsiteY2" fmla="*/ 94145 h 6858000"/>
              <a:gd name="connsiteX3" fmla="*/ 9922116 w 9922116"/>
              <a:gd name="connsiteY3" fmla="*/ 3429001 h 6858000"/>
              <a:gd name="connsiteX4" fmla="*/ 8633323 w 9922116"/>
              <a:gd name="connsiteY4" fmla="*/ 6763858 h 6858000"/>
              <a:gd name="connsiteX5" fmla="*/ 8543544 w 9922116"/>
              <a:gd name="connsiteY5" fmla="*/ 6858000 h 6858000"/>
              <a:gd name="connsiteX6" fmla="*/ 1378573 w 9922116"/>
              <a:gd name="connsiteY6" fmla="*/ 6858000 h 6858000"/>
              <a:gd name="connsiteX7" fmla="*/ 1288793 w 9922116"/>
              <a:gd name="connsiteY7" fmla="*/ 6763858 h 6858000"/>
              <a:gd name="connsiteX8" fmla="*/ 0 w 9922116"/>
              <a:gd name="connsiteY8" fmla="*/ 3429001 h 6858000"/>
              <a:gd name="connsiteX9" fmla="*/ 1288793 w 9922116"/>
              <a:gd name="connsiteY9" fmla="*/ 9414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22116" h="6858000">
                <a:moveTo>
                  <a:pt x="1378575" y="0"/>
                </a:moveTo>
                <a:lnTo>
                  <a:pt x="8543542" y="0"/>
                </a:lnTo>
                <a:lnTo>
                  <a:pt x="8633323" y="94145"/>
                </a:lnTo>
                <a:cubicBezTo>
                  <a:pt x="9434072" y="974941"/>
                  <a:pt x="9922116" y="2144991"/>
                  <a:pt x="9922116" y="3429001"/>
                </a:cubicBezTo>
                <a:cubicBezTo>
                  <a:pt x="9922116" y="4713011"/>
                  <a:pt x="9434072" y="5883061"/>
                  <a:pt x="8633323" y="6763858"/>
                </a:cubicBezTo>
                <a:lnTo>
                  <a:pt x="8543544" y="6858000"/>
                </a:lnTo>
                <a:lnTo>
                  <a:pt x="1378573" y="6858000"/>
                </a:lnTo>
                <a:lnTo>
                  <a:pt x="1288793" y="6763858"/>
                </a:lnTo>
                <a:cubicBezTo>
                  <a:pt x="488044" y="5883061"/>
                  <a:pt x="0" y="4713011"/>
                  <a:pt x="0" y="3429001"/>
                </a:cubicBezTo>
                <a:cubicBezTo>
                  <a:pt x="0" y="2144991"/>
                  <a:pt x="488044" y="974941"/>
                  <a:pt x="1288793" y="94145"/>
                </a:cubicBezTo>
                <a:close/>
              </a:path>
            </a:pathLst>
          </a:custGeom>
          <a:solidFill>
            <a:schemeClr val="bg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9D76C3C-10DD-492F-8A08-FB529B4E89BA}"/>
              </a:ext>
            </a:extLst>
          </p:cNvPr>
          <p:cNvSpPr>
            <a:spLocks noGrp="1"/>
          </p:cNvSpPr>
          <p:nvPr>
            <p:ph type="title"/>
          </p:nvPr>
        </p:nvSpPr>
        <p:spPr>
          <a:xfrm>
            <a:off x="2311147" y="365760"/>
            <a:ext cx="7569706" cy="1288238"/>
          </a:xfrm>
        </p:spPr>
        <p:txBody>
          <a:bodyPr anchor="ctr">
            <a:normAutofit fontScale="90000"/>
          </a:bodyPr>
          <a:lstStyle/>
          <a:p>
            <a:pPr algn="ctr"/>
            <a:r>
              <a:rPr lang="en-IN" b="1" dirty="0">
                <a:solidFill>
                  <a:schemeClr val="accent4">
                    <a:lumMod val="60000"/>
                    <a:lumOff val="40000"/>
                  </a:schemeClr>
                </a:solidFill>
                <a:effectLst>
                  <a:outerShdw blurRad="38100" dist="38100" dir="2700000" algn="tl">
                    <a:srgbClr val="000000">
                      <a:alpha val="43137"/>
                    </a:srgbClr>
                  </a:outerShdw>
                </a:effectLst>
                <a:latin typeface="Rockwell" panose="02060603020205020403" pitchFamily="18" charset="0"/>
              </a:rPr>
              <a:t>Limitation and Future Application  of the Project</a:t>
            </a:r>
          </a:p>
        </p:txBody>
      </p:sp>
      <p:sp>
        <p:nvSpPr>
          <p:cNvPr id="3" name="Content Placeholder 2">
            <a:extLst>
              <a:ext uri="{FF2B5EF4-FFF2-40B4-BE49-F238E27FC236}">
                <a16:creationId xmlns:a16="http://schemas.microsoft.com/office/drawing/2014/main" id="{A9A33763-19B6-4723-AE8E-A9AD732B9C3E}"/>
              </a:ext>
            </a:extLst>
          </p:cNvPr>
          <p:cNvSpPr>
            <a:spLocks noGrp="1"/>
          </p:cNvSpPr>
          <p:nvPr>
            <p:ph idx="1"/>
          </p:nvPr>
        </p:nvSpPr>
        <p:spPr>
          <a:xfrm>
            <a:off x="1992703" y="1956816"/>
            <a:ext cx="8238226" cy="4535424"/>
          </a:xfrm>
        </p:spPr>
        <p:txBody>
          <a:bodyPr anchor="t">
            <a:normAutofit lnSpcReduction="10000"/>
          </a:bodyPr>
          <a:lstStyle/>
          <a:p>
            <a:r>
              <a:rPr lang="en-US" dirty="0">
                <a:solidFill>
                  <a:schemeClr val="accent2">
                    <a:lumMod val="60000"/>
                    <a:lumOff val="40000"/>
                  </a:schemeClr>
                </a:solidFill>
                <a:latin typeface="Bell MT" panose="02020503060305020303" pitchFamily="18" charset="0"/>
              </a:rPr>
              <a:t>Limitation of the System:-</a:t>
            </a:r>
          </a:p>
          <a:p>
            <a:pPr lvl="1">
              <a:buFont typeface="Wingdings" panose="05000000000000000000" pitchFamily="2" charset="2"/>
              <a:buChar char="Ø"/>
            </a:pPr>
            <a:r>
              <a:rPr lang="en-US" dirty="0">
                <a:latin typeface="Bell MT" panose="02020503060305020303" pitchFamily="18" charset="0"/>
              </a:rPr>
              <a:t>System works in all platforms and its compatible environments.</a:t>
            </a:r>
          </a:p>
          <a:p>
            <a:pPr lvl="1">
              <a:buFont typeface="Wingdings" panose="05000000000000000000" pitchFamily="2" charset="2"/>
              <a:buChar char="Ø"/>
            </a:pPr>
            <a:r>
              <a:rPr lang="en-US" dirty="0">
                <a:latin typeface="Bell MT" panose="02020503060305020303" pitchFamily="18" charset="0"/>
              </a:rPr>
              <a:t>Advanced techniques are not used to check the authorization.</a:t>
            </a:r>
          </a:p>
          <a:p>
            <a:r>
              <a:rPr lang="en-US" dirty="0">
                <a:solidFill>
                  <a:schemeClr val="accent2">
                    <a:lumMod val="60000"/>
                    <a:lumOff val="40000"/>
                  </a:schemeClr>
                </a:solidFill>
                <a:latin typeface="Bell MT" panose="02020503060305020303" pitchFamily="18" charset="0"/>
              </a:rPr>
              <a:t>Future </a:t>
            </a:r>
            <a:r>
              <a:rPr lang="en-IN" dirty="0">
                <a:solidFill>
                  <a:schemeClr val="accent2">
                    <a:lumMod val="60000"/>
                    <a:lumOff val="40000"/>
                  </a:schemeClr>
                </a:solidFill>
                <a:latin typeface="Bell MT" panose="02020503060305020303" pitchFamily="18" charset="0"/>
              </a:rPr>
              <a:t>Enhancements:-</a:t>
            </a:r>
            <a:endParaRPr lang="en-US" dirty="0">
              <a:solidFill>
                <a:schemeClr val="accent2">
                  <a:lumMod val="60000"/>
                  <a:lumOff val="40000"/>
                </a:schemeClr>
              </a:solidFill>
              <a:latin typeface="Bell MT" panose="02020503060305020303" pitchFamily="18" charset="0"/>
            </a:endParaRPr>
          </a:p>
          <a:p>
            <a:pPr lvl="1">
              <a:buFont typeface="Wingdings" panose="05000000000000000000" pitchFamily="2" charset="2"/>
              <a:buChar char="Ø"/>
            </a:pPr>
            <a:r>
              <a:rPr lang="en-US" dirty="0">
                <a:latin typeface="Bell MT" panose="02020503060305020303" pitchFamily="18" charset="0"/>
              </a:rPr>
              <a:t>As the technology emerges, it is possible to upgrade the system and can be online.</a:t>
            </a:r>
          </a:p>
          <a:p>
            <a:pPr lvl="1">
              <a:buFont typeface="Wingdings" panose="05000000000000000000" pitchFamily="2" charset="2"/>
              <a:buChar char="Ø"/>
            </a:pPr>
            <a:r>
              <a:rPr lang="en-US" dirty="0">
                <a:latin typeface="Bell MT" panose="02020503060305020303" pitchFamily="18" charset="0"/>
              </a:rPr>
              <a:t>Based on the future security issues, security can be improved using emerging technologies.</a:t>
            </a:r>
          </a:p>
          <a:p>
            <a:pPr lvl="1">
              <a:buFont typeface="Wingdings" panose="05000000000000000000" pitchFamily="2" charset="2"/>
              <a:buChar char="Ø"/>
            </a:pPr>
            <a:r>
              <a:rPr lang="en-US" dirty="0">
                <a:latin typeface="Bell MT" panose="02020503060305020303" pitchFamily="18" charset="0"/>
              </a:rPr>
              <a:t>GPS can be added</a:t>
            </a:r>
          </a:p>
          <a:p>
            <a:pPr lvl="1">
              <a:buFont typeface="Wingdings" panose="05000000000000000000" pitchFamily="2" charset="2"/>
              <a:buChar char="Ø"/>
            </a:pPr>
            <a:r>
              <a:rPr lang="en-US" dirty="0">
                <a:latin typeface="Bell MT" panose="02020503060305020303" pitchFamily="18" charset="0"/>
              </a:rPr>
              <a:t>Online with OFFLINE mode.</a:t>
            </a:r>
            <a:endParaRPr lang="en-IN" dirty="0">
              <a:latin typeface="Bell MT" panose="02020503060305020303" pitchFamily="18" charset="0"/>
            </a:endParaRPr>
          </a:p>
        </p:txBody>
      </p:sp>
    </p:spTree>
    <p:extLst>
      <p:ext uri="{BB962C8B-B14F-4D97-AF65-F5344CB8AC3E}">
        <p14:creationId xmlns:p14="http://schemas.microsoft.com/office/powerpoint/2010/main" val="2979563899"/>
      </p:ext>
    </p:extLst>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5" name="Freeform: Shape 14">
            <a:extLst>
              <a:ext uri="{FF2B5EF4-FFF2-40B4-BE49-F238E27FC236}">
                <a16:creationId xmlns:a16="http://schemas.microsoft.com/office/drawing/2014/main" id="{AD21898E-86C0-4C8A-A76C-DF33E844C8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9542" y="0"/>
            <a:ext cx="10432916" cy="6858000"/>
          </a:xfrm>
          <a:custGeom>
            <a:avLst/>
            <a:gdLst>
              <a:gd name="connsiteX0" fmla="*/ 1287962 w 10432916"/>
              <a:gd name="connsiteY0" fmla="*/ 0 h 6858000"/>
              <a:gd name="connsiteX1" fmla="*/ 9144956 w 10432916"/>
              <a:gd name="connsiteY1" fmla="*/ 0 h 6858000"/>
              <a:gd name="connsiteX2" fmla="*/ 9241731 w 10432916"/>
              <a:gd name="connsiteY2" fmla="*/ 111692 h 6858000"/>
              <a:gd name="connsiteX3" fmla="*/ 10432916 w 10432916"/>
              <a:gd name="connsiteY3" fmla="*/ 3429001 h 6858000"/>
              <a:gd name="connsiteX4" fmla="*/ 9241730 w 10432916"/>
              <a:gd name="connsiteY4" fmla="*/ 6746310 h 6858000"/>
              <a:gd name="connsiteX5" fmla="*/ 9144957 w 10432916"/>
              <a:gd name="connsiteY5" fmla="*/ 6858000 h 6858000"/>
              <a:gd name="connsiteX6" fmla="*/ 1287959 w 10432916"/>
              <a:gd name="connsiteY6" fmla="*/ 6858000 h 6858000"/>
              <a:gd name="connsiteX7" fmla="*/ 1191186 w 10432916"/>
              <a:gd name="connsiteY7" fmla="*/ 6746310 h 6858000"/>
              <a:gd name="connsiteX8" fmla="*/ 0 w 10432916"/>
              <a:gd name="connsiteY8" fmla="*/ 3429001 h 6858000"/>
              <a:gd name="connsiteX9" fmla="*/ 1191186 w 10432916"/>
              <a:gd name="connsiteY9" fmla="*/ 11169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32916" h="6858000">
                <a:moveTo>
                  <a:pt x="1287962" y="0"/>
                </a:moveTo>
                <a:lnTo>
                  <a:pt x="9144956" y="0"/>
                </a:lnTo>
                <a:lnTo>
                  <a:pt x="9241731" y="111692"/>
                </a:lnTo>
                <a:cubicBezTo>
                  <a:pt x="9985889" y="1013175"/>
                  <a:pt x="10432916" y="2168897"/>
                  <a:pt x="10432916" y="3429001"/>
                </a:cubicBezTo>
                <a:cubicBezTo>
                  <a:pt x="10432916" y="4689105"/>
                  <a:pt x="9985889" y="5844827"/>
                  <a:pt x="9241730" y="6746310"/>
                </a:cubicBezTo>
                <a:lnTo>
                  <a:pt x="9144957" y="6858000"/>
                </a:lnTo>
                <a:lnTo>
                  <a:pt x="1287959" y="6858000"/>
                </a:lnTo>
                <a:lnTo>
                  <a:pt x="1191186" y="6746310"/>
                </a:lnTo>
                <a:cubicBezTo>
                  <a:pt x="447027" y="5844827"/>
                  <a:pt x="0" y="4689105"/>
                  <a:pt x="0" y="3429001"/>
                </a:cubicBezTo>
                <a:cubicBezTo>
                  <a:pt x="0" y="2168897"/>
                  <a:pt x="447027" y="1013175"/>
                  <a:pt x="1191186" y="111692"/>
                </a:cubicBez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5C8F04BD-D093-45D0-B54C-50FDB308B4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4942" y="0"/>
            <a:ext cx="9922116" cy="6858000"/>
          </a:xfrm>
          <a:custGeom>
            <a:avLst/>
            <a:gdLst>
              <a:gd name="connsiteX0" fmla="*/ 1378575 w 9922116"/>
              <a:gd name="connsiteY0" fmla="*/ 0 h 6858000"/>
              <a:gd name="connsiteX1" fmla="*/ 8543542 w 9922116"/>
              <a:gd name="connsiteY1" fmla="*/ 0 h 6858000"/>
              <a:gd name="connsiteX2" fmla="*/ 8633323 w 9922116"/>
              <a:gd name="connsiteY2" fmla="*/ 94145 h 6858000"/>
              <a:gd name="connsiteX3" fmla="*/ 9922116 w 9922116"/>
              <a:gd name="connsiteY3" fmla="*/ 3429001 h 6858000"/>
              <a:gd name="connsiteX4" fmla="*/ 8633323 w 9922116"/>
              <a:gd name="connsiteY4" fmla="*/ 6763858 h 6858000"/>
              <a:gd name="connsiteX5" fmla="*/ 8543544 w 9922116"/>
              <a:gd name="connsiteY5" fmla="*/ 6858000 h 6858000"/>
              <a:gd name="connsiteX6" fmla="*/ 1378573 w 9922116"/>
              <a:gd name="connsiteY6" fmla="*/ 6858000 h 6858000"/>
              <a:gd name="connsiteX7" fmla="*/ 1288793 w 9922116"/>
              <a:gd name="connsiteY7" fmla="*/ 6763858 h 6858000"/>
              <a:gd name="connsiteX8" fmla="*/ 0 w 9922116"/>
              <a:gd name="connsiteY8" fmla="*/ 3429001 h 6858000"/>
              <a:gd name="connsiteX9" fmla="*/ 1288793 w 9922116"/>
              <a:gd name="connsiteY9" fmla="*/ 9414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22116" h="6858000">
                <a:moveTo>
                  <a:pt x="1378575" y="0"/>
                </a:moveTo>
                <a:lnTo>
                  <a:pt x="8543542" y="0"/>
                </a:lnTo>
                <a:lnTo>
                  <a:pt x="8633323" y="94145"/>
                </a:lnTo>
                <a:cubicBezTo>
                  <a:pt x="9434072" y="974941"/>
                  <a:pt x="9922116" y="2144991"/>
                  <a:pt x="9922116" y="3429001"/>
                </a:cubicBezTo>
                <a:cubicBezTo>
                  <a:pt x="9922116" y="4713011"/>
                  <a:pt x="9434072" y="5883061"/>
                  <a:pt x="8633323" y="6763858"/>
                </a:cubicBezTo>
                <a:lnTo>
                  <a:pt x="8543544" y="6858000"/>
                </a:lnTo>
                <a:lnTo>
                  <a:pt x="1378573" y="6858000"/>
                </a:lnTo>
                <a:lnTo>
                  <a:pt x="1288793" y="6763858"/>
                </a:lnTo>
                <a:cubicBezTo>
                  <a:pt x="488044" y="5883061"/>
                  <a:pt x="0" y="4713011"/>
                  <a:pt x="0" y="3429001"/>
                </a:cubicBezTo>
                <a:cubicBezTo>
                  <a:pt x="0" y="2144991"/>
                  <a:pt x="488044" y="974941"/>
                  <a:pt x="1288793" y="94145"/>
                </a:cubicBezTo>
                <a:close/>
              </a:path>
            </a:pathLst>
          </a:custGeom>
          <a:solidFill>
            <a:schemeClr val="bg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9D76C3C-10DD-492F-8A08-FB529B4E89BA}"/>
              </a:ext>
            </a:extLst>
          </p:cNvPr>
          <p:cNvSpPr>
            <a:spLocks noGrp="1"/>
          </p:cNvSpPr>
          <p:nvPr>
            <p:ph type="title"/>
          </p:nvPr>
        </p:nvSpPr>
        <p:spPr>
          <a:xfrm>
            <a:off x="2311147" y="365760"/>
            <a:ext cx="7569706" cy="1288238"/>
          </a:xfrm>
        </p:spPr>
        <p:txBody>
          <a:bodyPr anchor="ctr">
            <a:normAutofit/>
          </a:bodyPr>
          <a:lstStyle/>
          <a:p>
            <a:pPr algn="ctr"/>
            <a:r>
              <a:rPr lang="en-IN" b="1" dirty="0">
                <a:solidFill>
                  <a:schemeClr val="accent4">
                    <a:lumMod val="60000"/>
                    <a:lumOff val="40000"/>
                  </a:schemeClr>
                </a:solidFill>
                <a:effectLst>
                  <a:outerShdw blurRad="38100" dist="38100" dir="2700000" algn="tl">
                    <a:srgbClr val="000000">
                      <a:alpha val="43137"/>
                    </a:srgbClr>
                  </a:outerShdw>
                </a:effectLst>
                <a:latin typeface="Rockwell" panose="02060603020205020403" pitchFamily="18" charset="0"/>
              </a:rPr>
              <a:t>Resources /References</a:t>
            </a:r>
          </a:p>
        </p:txBody>
      </p:sp>
      <p:sp>
        <p:nvSpPr>
          <p:cNvPr id="3" name="Content Placeholder 2">
            <a:extLst>
              <a:ext uri="{FF2B5EF4-FFF2-40B4-BE49-F238E27FC236}">
                <a16:creationId xmlns:a16="http://schemas.microsoft.com/office/drawing/2014/main" id="{A9A33763-19B6-4723-AE8E-A9AD732B9C3E}"/>
              </a:ext>
            </a:extLst>
          </p:cNvPr>
          <p:cNvSpPr>
            <a:spLocks noGrp="1"/>
          </p:cNvSpPr>
          <p:nvPr>
            <p:ph idx="1"/>
          </p:nvPr>
        </p:nvSpPr>
        <p:spPr>
          <a:xfrm>
            <a:off x="1992703" y="1956816"/>
            <a:ext cx="8238226" cy="4535424"/>
          </a:xfrm>
        </p:spPr>
        <p:txBody>
          <a:bodyPr anchor="t">
            <a:normAutofit/>
          </a:bodyPr>
          <a:lstStyle/>
          <a:p>
            <a:pPr marL="0" indent="0">
              <a:buNone/>
            </a:pPr>
            <a:r>
              <a:rPr lang="en-US" dirty="0">
                <a:latin typeface="Bell MT" panose="02020503060305020303" pitchFamily="18" charset="0"/>
              </a:rPr>
              <a:t>	1. </a:t>
            </a:r>
            <a:r>
              <a:rPr lang="en-IN" dirty="0">
                <a:latin typeface="Bell MT" panose="02020503060305020303" pitchFamily="18" charset="0"/>
              </a:rPr>
              <a:t>Telephone Directory</a:t>
            </a:r>
          </a:p>
          <a:p>
            <a:pPr marL="0" indent="0">
              <a:buNone/>
            </a:pPr>
            <a:r>
              <a:rPr lang="en-IN" dirty="0">
                <a:latin typeface="Bell MT" panose="02020503060305020303" pitchFamily="18" charset="0"/>
              </a:rPr>
              <a:t>	2. YouTube</a:t>
            </a:r>
          </a:p>
          <a:p>
            <a:pPr marL="0" indent="0">
              <a:buNone/>
            </a:pPr>
            <a:r>
              <a:rPr lang="en-IN" dirty="0">
                <a:latin typeface="Bell MT" panose="02020503060305020303" pitchFamily="18" charset="0"/>
              </a:rPr>
              <a:t>	3. Online resources</a:t>
            </a:r>
          </a:p>
        </p:txBody>
      </p:sp>
    </p:spTree>
    <p:extLst>
      <p:ext uri="{BB962C8B-B14F-4D97-AF65-F5344CB8AC3E}">
        <p14:creationId xmlns:p14="http://schemas.microsoft.com/office/powerpoint/2010/main" val="2593287551"/>
      </p:ext>
    </p:extLst>
  </p:cSld>
  <p:clrMapOvr>
    <a:overrideClrMapping bg1="dk1" tx1="lt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87BE9AA-BB0D-BE63-9589-F94E78F1B2A8}"/>
              </a:ext>
            </a:extLst>
          </p:cNvPr>
          <p:cNvSpPr>
            <a:spLocks noGrp="1"/>
          </p:cNvSpPr>
          <p:nvPr>
            <p:ph type="title"/>
          </p:nvPr>
        </p:nvSpPr>
        <p:spPr/>
        <p:txBody>
          <a:bodyPr/>
          <a:lstStyle/>
          <a:p>
            <a:pPr algn="ctr"/>
            <a:r>
              <a:rPr lang="en-IN" dirty="0">
                <a:solidFill>
                  <a:schemeClr val="accent4">
                    <a:lumMod val="60000"/>
                    <a:lumOff val="40000"/>
                  </a:schemeClr>
                </a:solidFill>
                <a:latin typeface="Rockwell" panose="02060603020205020403" pitchFamily="18" charset="0"/>
              </a:rPr>
              <a:t>Data base diagram</a:t>
            </a:r>
          </a:p>
        </p:txBody>
      </p:sp>
      <p:sp>
        <p:nvSpPr>
          <p:cNvPr id="5" name="Content Placeholder 4">
            <a:extLst>
              <a:ext uri="{FF2B5EF4-FFF2-40B4-BE49-F238E27FC236}">
                <a16:creationId xmlns:a16="http://schemas.microsoft.com/office/drawing/2014/main" id="{07F18480-CB07-7FFA-3A0A-24C1CF5D6449}"/>
              </a:ext>
            </a:extLst>
          </p:cNvPr>
          <p:cNvSpPr>
            <a:spLocks noGrp="1"/>
          </p:cNvSpPr>
          <p:nvPr>
            <p:ph idx="1"/>
          </p:nvPr>
        </p:nvSpPr>
        <p:spPr>
          <a:xfrm>
            <a:off x="12876245" y="6344814"/>
            <a:ext cx="606489" cy="130630"/>
          </a:xfrm>
        </p:spPr>
        <p:txBody>
          <a:bodyPr>
            <a:normAutofit fontScale="25000" lnSpcReduction="20000"/>
          </a:bodyPr>
          <a:lstStyle/>
          <a:p>
            <a:endParaRPr lang="en-IN" dirty="0"/>
          </a:p>
        </p:txBody>
      </p:sp>
      <p:sp>
        <p:nvSpPr>
          <p:cNvPr id="7" name="Rectangle 6">
            <a:extLst>
              <a:ext uri="{FF2B5EF4-FFF2-40B4-BE49-F238E27FC236}">
                <a16:creationId xmlns:a16="http://schemas.microsoft.com/office/drawing/2014/main" id="{51F65517-7155-7840-ACAC-B07E774B0002}"/>
              </a:ext>
            </a:extLst>
          </p:cNvPr>
          <p:cNvSpPr/>
          <p:nvPr/>
        </p:nvSpPr>
        <p:spPr>
          <a:xfrm>
            <a:off x="2575249" y="2080727"/>
            <a:ext cx="1735494" cy="1129004"/>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Database</a:t>
            </a:r>
          </a:p>
        </p:txBody>
      </p:sp>
      <p:cxnSp>
        <p:nvCxnSpPr>
          <p:cNvPr id="9" name="Straight Connector 8">
            <a:extLst>
              <a:ext uri="{FF2B5EF4-FFF2-40B4-BE49-F238E27FC236}">
                <a16:creationId xmlns:a16="http://schemas.microsoft.com/office/drawing/2014/main" id="{3EACF92F-390B-D0DF-D3CC-6370CC5FF0BA}"/>
              </a:ext>
            </a:extLst>
          </p:cNvPr>
          <p:cNvCxnSpPr>
            <a:cxnSpLocks/>
          </p:cNvCxnSpPr>
          <p:nvPr/>
        </p:nvCxnSpPr>
        <p:spPr>
          <a:xfrm>
            <a:off x="2976465" y="3209731"/>
            <a:ext cx="0" cy="1250302"/>
          </a:xfrm>
          <a:prstGeom prst="line">
            <a:avLst/>
          </a:prstGeom>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4AB8E755-20AD-1073-DDEE-847C2170703E}"/>
              </a:ext>
            </a:extLst>
          </p:cNvPr>
          <p:cNvSpPr/>
          <p:nvPr/>
        </p:nvSpPr>
        <p:spPr>
          <a:xfrm>
            <a:off x="2575250" y="3895531"/>
            <a:ext cx="1735493" cy="11290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Users</a:t>
            </a:r>
          </a:p>
        </p:txBody>
      </p:sp>
      <p:cxnSp>
        <p:nvCxnSpPr>
          <p:cNvPr id="14" name="Straight Connector 13">
            <a:extLst>
              <a:ext uri="{FF2B5EF4-FFF2-40B4-BE49-F238E27FC236}">
                <a16:creationId xmlns:a16="http://schemas.microsoft.com/office/drawing/2014/main" id="{9A3E5EE5-510D-F939-26AD-94E62D352840}"/>
              </a:ext>
            </a:extLst>
          </p:cNvPr>
          <p:cNvCxnSpPr>
            <a:stCxn id="12" idx="3"/>
          </p:cNvCxnSpPr>
          <p:nvPr/>
        </p:nvCxnSpPr>
        <p:spPr>
          <a:xfrm>
            <a:off x="4310743" y="4460033"/>
            <a:ext cx="1390261" cy="0"/>
          </a:xfrm>
          <a:prstGeom prst="line">
            <a:avLst/>
          </a:prstGeom>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04A8EDFD-E4F5-9F79-3CDE-C47B8794B503}"/>
              </a:ext>
            </a:extLst>
          </p:cNvPr>
          <p:cNvSpPr/>
          <p:nvPr/>
        </p:nvSpPr>
        <p:spPr>
          <a:xfrm>
            <a:off x="5392317" y="3907243"/>
            <a:ext cx="1735493" cy="1129004"/>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New create</a:t>
            </a:r>
          </a:p>
          <a:p>
            <a:pPr algn="ctr"/>
            <a:r>
              <a:rPr lang="en-IN" dirty="0"/>
              <a:t>, Edit , Search , Display</a:t>
            </a:r>
          </a:p>
        </p:txBody>
      </p:sp>
    </p:spTree>
    <p:extLst>
      <p:ext uri="{BB962C8B-B14F-4D97-AF65-F5344CB8AC3E}">
        <p14:creationId xmlns:p14="http://schemas.microsoft.com/office/powerpoint/2010/main" val="843502192"/>
      </p:ext>
    </p:extLst>
  </p:cSld>
  <p:clrMapOvr>
    <a:overrideClrMapping bg1="dk1" tx1="lt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4038CB10-1F5C-4D54-9DF7-12586DE5B0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546" y="321732"/>
            <a:ext cx="7058307" cy="1964266"/>
          </a:xfrm>
          <a:prstGeom prst="rect">
            <a:avLst/>
          </a:prstGeom>
          <a:solidFill>
            <a:srgbClr val="CB46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016F831-4BFA-4A38-A148-975968E84398}"/>
              </a:ext>
            </a:extLst>
          </p:cNvPr>
          <p:cNvSpPr>
            <a:spLocks noGrp="1"/>
          </p:cNvSpPr>
          <p:nvPr>
            <p:ph type="title"/>
          </p:nvPr>
        </p:nvSpPr>
        <p:spPr>
          <a:xfrm>
            <a:off x="524256" y="516804"/>
            <a:ext cx="6594189" cy="1625210"/>
          </a:xfrm>
        </p:spPr>
        <p:txBody>
          <a:bodyPr>
            <a:normAutofit/>
          </a:bodyPr>
          <a:lstStyle/>
          <a:p>
            <a:r>
              <a:rPr lang="en-US" sz="3600" dirty="0">
                <a:solidFill>
                  <a:srgbClr val="FFFFFF"/>
                </a:solidFill>
                <a:effectLst>
                  <a:outerShdw blurRad="38100" dist="38100" dir="2700000" algn="tl">
                    <a:srgbClr val="000000">
                      <a:alpha val="43137"/>
                    </a:srgbClr>
                  </a:outerShdw>
                </a:effectLst>
                <a:latin typeface="Rockwell" panose="02060603020205020403" pitchFamily="18" charset="0"/>
              </a:rPr>
              <a:t>How to Add a New Contact in</a:t>
            </a:r>
            <a:br>
              <a:rPr lang="en-US" sz="3600" dirty="0">
                <a:solidFill>
                  <a:srgbClr val="FFFFFF"/>
                </a:solidFill>
                <a:effectLst>
                  <a:outerShdw blurRad="38100" dist="38100" dir="2700000" algn="tl">
                    <a:srgbClr val="000000">
                      <a:alpha val="43137"/>
                    </a:srgbClr>
                  </a:outerShdw>
                </a:effectLst>
                <a:latin typeface="Rockwell" panose="02060603020205020403" pitchFamily="18" charset="0"/>
              </a:rPr>
            </a:br>
            <a:r>
              <a:rPr lang="en-US" sz="3600" dirty="0">
                <a:solidFill>
                  <a:srgbClr val="FFFFFF"/>
                </a:solidFill>
                <a:effectLst>
                  <a:outerShdw blurRad="38100" dist="38100" dir="2700000" algn="tl">
                    <a:srgbClr val="000000">
                      <a:alpha val="43137"/>
                    </a:srgbClr>
                  </a:outerShdw>
                </a:effectLst>
                <a:latin typeface="Rockwell" panose="02060603020205020403" pitchFamily="18" charset="0"/>
              </a:rPr>
              <a:t>Phonebook  ?</a:t>
            </a:r>
            <a:endParaRPr lang="en-IN" sz="3600" dirty="0">
              <a:solidFill>
                <a:srgbClr val="FFFFFF"/>
              </a:solidFill>
              <a:effectLst>
                <a:outerShdw blurRad="38100" dist="38100" dir="2700000" algn="tl">
                  <a:srgbClr val="000000">
                    <a:alpha val="43137"/>
                  </a:srgbClr>
                </a:outerShdw>
              </a:effectLst>
              <a:latin typeface="Rockwell" panose="02060603020205020403" pitchFamily="18" charset="0"/>
            </a:endParaRPr>
          </a:p>
        </p:txBody>
      </p:sp>
      <p:sp>
        <p:nvSpPr>
          <p:cNvPr id="21" name="Rectangle 20">
            <a:extLst>
              <a:ext uri="{FF2B5EF4-FFF2-40B4-BE49-F238E27FC236}">
                <a16:creationId xmlns:a16="http://schemas.microsoft.com/office/drawing/2014/main" id="{36D30126-6314-4A93-B27E-5C66CF7819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9184" y="2432305"/>
            <a:ext cx="7056669" cy="4102852"/>
          </a:xfrm>
          <a:prstGeom prst="rect">
            <a:avLst/>
          </a:prstGeom>
          <a:solidFill>
            <a:srgbClr val="7F7F7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73ED6512-6858-4552-B699-9A97FE9A4E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5" y="321732"/>
            <a:ext cx="4335613" cy="6214534"/>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4162739C-41C3-4E6B-B2EE-C38386B2EDB0}"/>
              </a:ext>
            </a:extLst>
          </p:cNvPr>
          <p:cNvSpPr>
            <a:spLocks noGrp="1"/>
          </p:cNvSpPr>
          <p:nvPr>
            <p:ph idx="1"/>
          </p:nvPr>
        </p:nvSpPr>
        <p:spPr>
          <a:xfrm>
            <a:off x="8029319" y="681135"/>
            <a:ext cx="3424739" cy="5458408"/>
          </a:xfrm>
        </p:spPr>
        <p:txBody>
          <a:bodyPr anchor="ctr">
            <a:noAutofit/>
          </a:bodyPr>
          <a:lstStyle/>
          <a:p>
            <a:pPr>
              <a:buFont typeface="Wingdings" panose="05000000000000000000" pitchFamily="2" charset="2"/>
              <a:buChar char="Ø"/>
            </a:pPr>
            <a:r>
              <a:rPr lang="en-US" sz="1900" dirty="0">
                <a:solidFill>
                  <a:srgbClr val="FFFFFF"/>
                </a:solidFill>
                <a:latin typeface="Bell MT" panose="02020503060305020303" pitchFamily="18" charset="0"/>
                <a:cs typeface="Arabic Typesetting" panose="03020402040406030203" pitchFamily="66" charset="-78"/>
              </a:rPr>
              <a:t>Enter 1 in the main window of phonebook application.</a:t>
            </a:r>
          </a:p>
          <a:p>
            <a:pPr>
              <a:buFont typeface="Wingdings" panose="05000000000000000000" pitchFamily="2" charset="2"/>
              <a:buChar char="Ø"/>
            </a:pPr>
            <a:r>
              <a:rPr lang="en-US" sz="1900" dirty="0">
                <a:solidFill>
                  <a:srgbClr val="FFFFFF"/>
                </a:solidFill>
                <a:latin typeface="Bell MT" panose="02020503060305020303" pitchFamily="18" charset="0"/>
                <a:cs typeface="Arabic Typesetting" panose="03020402040406030203" pitchFamily="66" charset="-78"/>
              </a:rPr>
              <a:t>You can see the window named as “Add New Contact”.</a:t>
            </a:r>
          </a:p>
          <a:p>
            <a:pPr>
              <a:buFont typeface="Wingdings" panose="05000000000000000000" pitchFamily="2" charset="2"/>
              <a:buChar char="Ø"/>
            </a:pPr>
            <a:r>
              <a:rPr lang="en-US" sz="1900" dirty="0">
                <a:solidFill>
                  <a:srgbClr val="FFFFFF"/>
                </a:solidFill>
                <a:latin typeface="Bell MT" panose="02020503060305020303" pitchFamily="18" charset="0"/>
                <a:cs typeface="Arabic Typesetting" panose="03020402040406030203" pitchFamily="66" charset="-78"/>
              </a:rPr>
              <a:t>Enter your details such as name, mobile number, father name, mother name, gender, E-mail and address.</a:t>
            </a:r>
          </a:p>
          <a:p>
            <a:pPr>
              <a:buFont typeface="Wingdings" panose="05000000000000000000" pitchFamily="2" charset="2"/>
              <a:buChar char="Ø"/>
            </a:pPr>
            <a:r>
              <a:rPr lang="en-US" sz="1900" dirty="0">
                <a:solidFill>
                  <a:srgbClr val="FFFFFF"/>
                </a:solidFill>
                <a:latin typeface="Bell MT" panose="02020503060305020303" pitchFamily="18" charset="0"/>
                <a:cs typeface="Arabic Typesetting" panose="03020402040406030203" pitchFamily="66" charset="-78"/>
              </a:rPr>
              <a:t>After giving such information the completion message appears as “Contact Saved Successfully”.</a:t>
            </a:r>
          </a:p>
          <a:p>
            <a:pPr>
              <a:buFont typeface="Wingdings" panose="05000000000000000000" pitchFamily="2" charset="2"/>
              <a:buChar char="Ø"/>
            </a:pPr>
            <a:r>
              <a:rPr lang="en-US" sz="1900" dirty="0">
                <a:solidFill>
                  <a:srgbClr val="FFFFFF"/>
                </a:solidFill>
                <a:latin typeface="Bell MT" panose="02020503060305020303" pitchFamily="18" charset="0"/>
                <a:cs typeface="Arabic Typesetting" panose="03020402040406030203" pitchFamily="66" charset="-78"/>
              </a:rPr>
              <a:t>Now, you can add another contact by pressing ‘y’ or you can continue to the main window by pressing any key.</a:t>
            </a:r>
          </a:p>
          <a:p>
            <a:pPr>
              <a:buFont typeface="Wingdings" panose="05000000000000000000" pitchFamily="2" charset="2"/>
              <a:buChar char="Ø"/>
            </a:pPr>
            <a:r>
              <a:rPr lang="en-US" sz="1900" b="1" u="sng" dirty="0">
                <a:solidFill>
                  <a:srgbClr val="FFFFFF"/>
                </a:solidFill>
                <a:latin typeface="Bell MT" panose="02020503060305020303" pitchFamily="18" charset="0"/>
                <a:cs typeface="Arabic Typesetting" panose="03020402040406030203" pitchFamily="66" charset="-78"/>
              </a:rPr>
              <a:t>E.g</a:t>
            </a:r>
            <a:r>
              <a:rPr lang="en-US" sz="1900" dirty="0">
                <a:solidFill>
                  <a:srgbClr val="FFFFFF"/>
                </a:solidFill>
                <a:latin typeface="Bell MT" panose="02020503060305020303" pitchFamily="18" charset="0"/>
                <a:cs typeface="Arabic Typesetting" panose="03020402040406030203" pitchFamily="66" charset="-78"/>
              </a:rPr>
              <a:t>., Here contact of a person named Abhishek is added to the phonebook. </a:t>
            </a:r>
          </a:p>
        </p:txBody>
      </p:sp>
      <p:pic>
        <p:nvPicPr>
          <p:cNvPr id="6" name="Picture 5">
            <a:extLst>
              <a:ext uri="{FF2B5EF4-FFF2-40B4-BE49-F238E27FC236}">
                <a16:creationId xmlns:a16="http://schemas.microsoft.com/office/drawing/2014/main" id="{7211A91A-46CD-92D5-F359-8A0E489556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8" name="Picture 7">
            <a:extLst>
              <a:ext uri="{FF2B5EF4-FFF2-40B4-BE49-F238E27FC236}">
                <a16:creationId xmlns:a16="http://schemas.microsoft.com/office/drawing/2014/main" id="{56F9E3AD-CDE9-B728-7067-A28A42E924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2895038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038CB10-1F5C-4D54-9DF7-12586DE5B0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546" y="321732"/>
            <a:ext cx="7058307" cy="1964266"/>
          </a:xfrm>
          <a:prstGeom prst="rect">
            <a:avLst/>
          </a:prstGeom>
          <a:solidFill>
            <a:srgbClr val="CB44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A165575-3BC1-4D73-A927-CB9D1CB5E250}"/>
              </a:ext>
            </a:extLst>
          </p:cNvPr>
          <p:cNvSpPr>
            <a:spLocks noGrp="1"/>
          </p:cNvSpPr>
          <p:nvPr>
            <p:ph type="title"/>
          </p:nvPr>
        </p:nvSpPr>
        <p:spPr>
          <a:xfrm>
            <a:off x="524256" y="516804"/>
            <a:ext cx="6594189" cy="1625210"/>
          </a:xfrm>
        </p:spPr>
        <p:txBody>
          <a:bodyPr>
            <a:normAutofit/>
          </a:bodyPr>
          <a:lstStyle/>
          <a:p>
            <a:r>
              <a:rPr lang="en-US" sz="3600" dirty="0">
                <a:solidFill>
                  <a:srgbClr val="FFFFFF"/>
                </a:solidFill>
                <a:effectLst>
                  <a:outerShdw blurRad="38100" dist="38100" dir="2700000" algn="tl">
                    <a:srgbClr val="000000">
                      <a:alpha val="43137"/>
                    </a:srgbClr>
                  </a:outerShdw>
                </a:effectLst>
                <a:latin typeface="Rockwell" panose="02060603020205020403" pitchFamily="18" charset="0"/>
              </a:rPr>
              <a:t>How to Search existing Contact in Phonebook ?</a:t>
            </a:r>
            <a:endParaRPr lang="en-IN" sz="3600" dirty="0">
              <a:solidFill>
                <a:srgbClr val="FFFFFF"/>
              </a:solidFill>
              <a:effectLst>
                <a:outerShdw blurRad="38100" dist="38100" dir="2700000" algn="tl">
                  <a:srgbClr val="000000">
                    <a:alpha val="43137"/>
                  </a:srgbClr>
                </a:outerShdw>
              </a:effectLst>
              <a:latin typeface="Rockwell" panose="02060603020205020403" pitchFamily="18" charset="0"/>
            </a:endParaRPr>
          </a:p>
        </p:txBody>
      </p:sp>
      <p:sp>
        <p:nvSpPr>
          <p:cNvPr id="12" name="Rectangle 11">
            <a:extLst>
              <a:ext uri="{FF2B5EF4-FFF2-40B4-BE49-F238E27FC236}">
                <a16:creationId xmlns:a16="http://schemas.microsoft.com/office/drawing/2014/main" id="{36D30126-6314-4A93-B27E-5C66CF7819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9184" y="2432305"/>
            <a:ext cx="7056669" cy="4102852"/>
          </a:xfrm>
          <a:prstGeom prst="rect">
            <a:avLst/>
          </a:prstGeom>
          <a:solidFill>
            <a:srgbClr val="7F7F7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Text&#10;&#10;Description automatically generated">
            <a:extLst>
              <a:ext uri="{FF2B5EF4-FFF2-40B4-BE49-F238E27FC236}">
                <a16:creationId xmlns:a16="http://schemas.microsoft.com/office/drawing/2014/main" id="{6B3B0C73-8191-490A-8328-C6BD211E66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0550" y="2660287"/>
            <a:ext cx="6512297" cy="3646887"/>
          </a:xfrm>
          <a:prstGeom prst="rect">
            <a:avLst/>
          </a:prstGeom>
          <a:ln>
            <a:solidFill>
              <a:schemeClr val="bg1"/>
            </a:solidFill>
          </a:ln>
          <a:effectLst>
            <a:outerShdw blurRad="292100" dist="139700" dir="2700000" algn="tl" rotWithShape="0">
              <a:srgbClr val="333333">
                <a:alpha val="65000"/>
              </a:srgbClr>
            </a:outerShdw>
          </a:effectLst>
        </p:spPr>
      </p:pic>
      <p:sp>
        <p:nvSpPr>
          <p:cNvPr id="14" name="Rectangle 13">
            <a:extLst>
              <a:ext uri="{FF2B5EF4-FFF2-40B4-BE49-F238E27FC236}">
                <a16:creationId xmlns:a16="http://schemas.microsoft.com/office/drawing/2014/main" id="{73ED6512-6858-4552-B699-9A97FE9A4E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5" y="321732"/>
            <a:ext cx="4335613" cy="6214534"/>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B0020A60-C0EA-42EE-B750-93A41D443515}"/>
              </a:ext>
            </a:extLst>
          </p:cNvPr>
          <p:cNvSpPr>
            <a:spLocks noGrp="1"/>
          </p:cNvSpPr>
          <p:nvPr>
            <p:ph idx="1"/>
          </p:nvPr>
        </p:nvSpPr>
        <p:spPr>
          <a:xfrm>
            <a:off x="8029319" y="917724"/>
            <a:ext cx="3424739" cy="5539059"/>
          </a:xfrm>
        </p:spPr>
        <p:txBody>
          <a:bodyPr anchor="ctr">
            <a:noAutofit/>
          </a:bodyPr>
          <a:lstStyle/>
          <a:p>
            <a:pPr>
              <a:buFont typeface="Wingdings" panose="05000000000000000000" pitchFamily="2" charset="2"/>
              <a:buChar char="Ø"/>
            </a:pPr>
            <a:r>
              <a:rPr lang="en-US" sz="2000" dirty="0">
                <a:solidFill>
                  <a:srgbClr val="FFFFFF"/>
                </a:solidFill>
                <a:latin typeface="Bell MT" panose="02020503060305020303" pitchFamily="18" charset="0"/>
                <a:cs typeface="Arabic Typesetting" panose="03020402040406030203" pitchFamily="66" charset="-78"/>
              </a:rPr>
              <a:t>Enter 4 in the main window of phonebook application.</a:t>
            </a:r>
          </a:p>
          <a:p>
            <a:pPr>
              <a:buFont typeface="Wingdings" panose="05000000000000000000" pitchFamily="2" charset="2"/>
              <a:buChar char="Ø"/>
            </a:pPr>
            <a:r>
              <a:rPr lang="en-US" sz="2000" dirty="0">
                <a:solidFill>
                  <a:srgbClr val="FFFFFF"/>
                </a:solidFill>
                <a:latin typeface="Bell MT" panose="02020503060305020303" pitchFamily="18" charset="0"/>
                <a:cs typeface="Arabic Typesetting" panose="03020402040406030203" pitchFamily="66" charset="-78"/>
              </a:rPr>
              <a:t>You can see the window named as “Search Contact”.</a:t>
            </a:r>
          </a:p>
          <a:p>
            <a:pPr>
              <a:buFont typeface="Wingdings" panose="05000000000000000000" pitchFamily="2" charset="2"/>
              <a:buChar char="Ø"/>
            </a:pPr>
            <a:r>
              <a:rPr lang="en-US" sz="2000" dirty="0">
                <a:solidFill>
                  <a:srgbClr val="FFFFFF"/>
                </a:solidFill>
                <a:latin typeface="Bell MT" panose="02020503060305020303" pitchFamily="18" charset="0"/>
                <a:cs typeface="Arabic Typesetting" panose="03020402040406030203" pitchFamily="66" charset="-78"/>
              </a:rPr>
              <a:t>The message will be appear as “Enter the contact name”.</a:t>
            </a:r>
          </a:p>
          <a:p>
            <a:pPr>
              <a:buFont typeface="Wingdings" panose="05000000000000000000" pitchFamily="2" charset="2"/>
              <a:buChar char="Ø"/>
            </a:pPr>
            <a:r>
              <a:rPr lang="en-US" sz="2000" dirty="0">
                <a:solidFill>
                  <a:srgbClr val="FFFFFF"/>
                </a:solidFill>
                <a:latin typeface="Bell MT" panose="02020503060305020303" pitchFamily="18" charset="0"/>
                <a:cs typeface="Arabic Typesetting" panose="03020402040406030203" pitchFamily="66" charset="-78"/>
              </a:rPr>
              <a:t>Enter the name of person that you want to search. Then, You will get information such as name, mobile number, father name, mother name, gender, E-mail and address of that person.</a:t>
            </a:r>
          </a:p>
          <a:p>
            <a:pPr>
              <a:buFont typeface="Wingdings" panose="05000000000000000000" pitchFamily="2" charset="2"/>
              <a:buChar char="Ø"/>
            </a:pPr>
            <a:r>
              <a:rPr lang="en-US" sz="2000" dirty="0">
                <a:solidFill>
                  <a:srgbClr val="FFFFFF"/>
                </a:solidFill>
                <a:latin typeface="Bell MT" panose="02020503060305020303" pitchFamily="18" charset="0"/>
                <a:cs typeface="Arabic Typesetting" panose="03020402040406030203" pitchFamily="66" charset="-78"/>
              </a:rPr>
              <a:t>Now, you can continue to the main window by pressing any key.</a:t>
            </a:r>
          </a:p>
          <a:p>
            <a:pPr>
              <a:buFont typeface="Wingdings" panose="05000000000000000000" pitchFamily="2" charset="2"/>
              <a:buChar char="Ø"/>
            </a:pPr>
            <a:r>
              <a:rPr lang="en-US" sz="2000" b="1" u="sng" dirty="0">
                <a:solidFill>
                  <a:srgbClr val="FFFFFF"/>
                </a:solidFill>
                <a:latin typeface="Bell MT" panose="02020503060305020303" pitchFamily="18" charset="0"/>
                <a:cs typeface="Arabic Typesetting" panose="03020402040406030203" pitchFamily="66" charset="-78"/>
              </a:rPr>
              <a:t>E.g</a:t>
            </a:r>
            <a:r>
              <a:rPr lang="en-US" sz="2000" dirty="0">
                <a:solidFill>
                  <a:srgbClr val="FFFFFF"/>
                </a:solidFill>
                <a:latin typeface="Bell MT" panose="02020503060305020303" pitchFamily="18" charset="0"/>
                <a:cs typeface="Arabic Typesetting" panose="03020402040406030203" pitchFamily="66" charset="-78"/>
              </a:rPr>
              <a:t>., Here person named Priya is searched.</a:t>
            </a:r>
          </a:p>
        </p:txBody>
      </p:sp>
      <p:pic>
        <p:nvPicPr>
          <p:cNvPr id="6" name="Picture 5">
            <a:extLst>
              <a:ext uri="{FF2B5EF4-FFF2-40B4-BE49-F238E27FC236}">
                <a16:creationId xmlns:a16="http://schemas.microsoft.com/office/drawing/2014/main" id="{22B15387-A123-36B2-0B5A-A9E8C59009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2767499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CB47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DA7BE8-48AE-4E83-A1C6-4C49BE30B10F}"/>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kern="1200" dirty="0">
                <a:solidFill>
                  <a:srgbClr val="FFFFFF"/>
                </a:solidFill>
                <a:effectLst>
                  <a:outerShdw blurRad="38100" dist="38100" dir="2700000" algn="tl">
                    <a:srgbClr val="000000">
                      <a:alpha val="43137"/>
                    </a:srgbClr>
                  </a:outerShdw>
                </a:effectLst>
                <a:latin typeface="Rockwell" panose="02060603020205020403" pitchFamily="18" charset="0"/>
              </a:rPr>
              <a:t>New List After Contact Deletion  </a:t>
            </a:r>
          </a:p>
        </p:txBody>
      </p:sp>
      <p:pic>
        <p:nvPicPr>
          <p:cNvPr id="8" name="Picture 7" descr="Graphical user interface&#10;&#10;Description automatically generated">
            <a:extLst>
              <a:ext uri="{FF2B5EF4-FFF2-40B4-BE49-F238E27FC236}">
                <a16:creationId xmlns:a16="http://schemas.microsoft.com/office/drawing/2014/main" id="{09AF5F7F-1610-4CAC-9D5C-CCF04BE8D1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25010" y="388527"/>
            <a:ext cx="7468247" cy="230810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1" name="Picture 10" descr="A picture containing graphical user interface&#10;&#10;Description automatically generated">
            <a:extLst>
              <a:ext uri="{FF2B5EF4-FFF2-40B4-BE49-F238E27FC236}">
                <a16:creationId xmlns:a16="http://schemas.microsoft.com/office/drawing/2014/main" id="{2F13DF7C-1D0D-4A5C-B918-CB19D11DD1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25010" y="3675592"/>
            <a:ext cx="7468247" cy="242231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3" name="Arrow: Down 12">
            <a:extLst>
              <a:ext uri="{FF2B5EF4-FFF2-40B4-BE49-F238E27FC236}">
                <a16:creationId xmlns:a16="http://schemas.microsoft.com/office/drawing/2014/main" id="{AA7A4285-2290-481D-B17A-F6DAF5C8464D}"/>
              </a:ext>
            </a:extLst>
          </p:cNvPr>
          <p:cNvSpPr/>
          <p:nvPr/>
        </p:nvSpPr>
        <p:spPr>
          <a:xfrm>
            <a:off x="7293741" y="2853796"/>
            <a:ext cx="338667" cy="70273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682ADF49-61E0-42A6-1D49-41B94F11E82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7333705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038CB10-1F5C-4D54-9DF7-12586DE5B0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546" y="321732"/>
            <a:ext cx="7058307" cy="1964266"/>
          </a:xfrm>
          <a:prstGeom prst="rect">
            <a:avLst/>
          </a:prstGeom>
          <a:solidFill>
            <a:srgbClr val="CB44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A165575-3BC1-4D73-A927-CB9D1CB5E250}"/>
              </a:ext>
            </a:extLst>
          </p:cNvPr>
          <p:cNvSpPr>
            <a:spLocks noGrp="1"/>
          </p:cNvSpPr>
          <p:nvPr>
            <p:ph type="title"/>
          </p:nvPr>
        </p:nvSpPr>
        <p:spPr>
          <a:xfrm>
            <a:off x="524256" y="516804"/>
            <a:ext cx="6594189" cy="1625210"/>
          </a:xfrm>
        </p:spPr>
        <p:txBody>
          <a:bodyPr>
            <a:normAutofit/>
          </a:bodyPr>
          <a:lstStyle/>
          <a:p>
            <a:r>
              <a:rPr lang="en-US" sz="3600" dirty="0">
                <a:solidFill>
                  <a:schemeClr val="bg1"/>
                </a:solidFill>
                <a:effectLst>
                  <a:outerShdw blurRad="38100" dist="38100" dir="2700000" algn="tl">
                    <a:srgbClr val="000000">
                      <a:alpha val="43137"/>
                    </a:srgbClr>
                  </a:outerShdw>
                </a:effectLst>
                <a:latin typeface="Rockwell" panose="02060603020205020403" pitchFamily="18" charset="0"/>
              </a:rPr>
              <a:t>How to Exit From Phonebook Application?</a:t>
            </a:r>
            <a:endParaRPr lang="en-IN" sz="3600" dirty="0">
              <a:solidFill>
                <a:schemeClr val="bg1"/>
              </a:solidFill>
              <a:effectLst>
                <a:outerShdw blurRad="38100" dist="38100" dir="2700000" algn="tl">
                  <a:srgbClr val="000000">
                    <a:alpha val="43137"/>
                  </a:srgbClr>
                </a:outerShdw>
              </a:effectLst>
              <a:latin typeface="Rockwell" panose="02060603020205020403" pitchFamily="18" charset="0"/>
            </a:endParaRPr>
          </a:p>
        </p:txBody>
      </p:sp>
      <p:sp>
        <p:nvSpPr>
          <p:cNvPr id="12" name="Rectangle 11">
            <a:extLst>
              <a:ext uri="{FF2B5EF4-FFF2-40B4-BE49-F238E27FC236}">
                <a16:creationId xmlns:a16="http://schemas.microsoft.com/office/drawing/2014/main" id="{36D30126-6314-4A93-B27E-5C66CF7819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9184" y="2432305"/>
            <a:ext cx="7056669" cy="4102852"/>
          </a:xfrm>
          <a:prstGeom prst="rect">
            <a:avLst/>
          </a:prstGeom>
          <a:solidFill>
            <a:srgbClr val="7F7F7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6B3B0C73-8191-490A-8328-C6BD211E66A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752600" y="2667679"/>
            <a:ext cx="4095750" cy="3632102"/>
          </a:xfrm>
          <a:prstGeom prst="rect">
            <a:avLst/>
          </a:prstGeom>
          <a:ln>
            <a:solidFill>
              <a:schemeClr val="bg1"/>
            </a:solidFill>
          </a:ln>
          <a:effectLst>
            <a:outerShdw blurRad="292100" dist="139700" dir="2700000" algn="tl" rotWithShape="0">
              <a:srgbClr val="333333">
                <a:alpha val="65000"/>
              </a:srgbClr>
            </a:outerShdw>
          </a:effectLst>
        </p:spPr>
      </p:pic>
      <p:sp>
        <p:nvSpPr>
          <p:cNvPr id="14" name="Rectangle 13">
            <a:extLst>
              <a:ext uri="{FF2B5EF4-FFF2-40B4-BE49-F238E27FC236}">
                <a16:creationId xmlns:a16="http://schemas.microsoft.com/office/drawing/2014/main" id="{73ED6512-6858-4552-B699-9A97FE9A4E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5" y="321732"/>
            <a:ext cx="4335613" cy="6214534"/>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B0020A60-C0EA-42EE-B750-93A41D443515}"/>
              </a:ext>
            </a:extLst>
          </p:cNvPr>
          <p:cNvSpPr>
            <a:spLocks noGrp="1"/>
          </p:cNvSpPr>
          <p:nvPr>
            <p:ph idx="1"/>
          </p:nvPr>
        </p:nvSpPr>
        <p:spPr>
          <a:xfrm>
            <a:off x="8029319" y="917724"/>
            <a:ext cx="3424739" cy="5539059"/>
          </a:xfrm>
        </p:spPr>
        <p:txBody>
          <a:bodyPr anchor="ctr">
            <a:noAutofit/>
          </a:bodyPr>
          <a:lstStyle/>
          <a:p>
            <a:pPr>
              <a:buFont typeface="Wingdings" panose="05000000000000000000" pitchFamily="2" charset="2"/>
              <a:buChar char="Ø"/>
            </a:pPr>
            <a:r>
              <a:rPr lang="en-US" sz="2400" dirty="0">
                <a:solidFill>
                  <a:schemeClr val="bg1"/>
                </a:solidFill>
                <a:latin typeface="Bell MT" panose="02020503060305020303" pitchFamily="18" charset="0"/>
                <a:cs typeface="Arabic Typesetting" panose="03020402040406030203" pitchFamily="66" charset="-78"/>
              </a:rPr>
              <a:t>By entering 6 in the main window, you can exit from phonebook application.</a:t>
            </a:r>
          </a:p>
          <a:p>
            <a:pPr>
              <a:buFont typeface="Wingdings" panose="05000000000000000000" pitchFamily="2" charset="2"/>
              <a:buChar char="Ø"/>
            </a:pPr>
            <a:r>
              <a:rPr lang="en-US" sz="2400" dirty="0">
                <a:solidFill>
                  <a:schemeClr val="bg1"/>
                </a:solidFill>
                <a:latin typeface="Bell MT" panose="02020503060305020303" pitchFamily="18" charset="0"/>
                <a:cs typeface="Arabic Typesetting" panose="03020402040406030203" pitchFamily="66" charset="-78"/>
              </a:rPr>
              <a:t>In case of wrong selection, the message appear as “Please Enter Correct Selection”.</a:t>
            </a:r>
          </a:p>
          <a:p>
            <a:pPr>
              <a:buFont typeface="Wingdings" panose="05000000000000000000" pitchFamily="2" charset="2"/>
              <a:buChar char="Ø"/>
            </a:pPr>
            <a:r>
              <a:rPr lang="en-US" sz="2400" dirty="0">
                <a:solidFill>
                  <a:schemeClr val="bg1"/>
                </a:solidFill>
                <a:latin typeface="Bell MT" panose="02020503060305020303" pitchFamily="18" charset="0"/>
                <a:cs typeface="Arabic Typesetting" panose="03020402040406030203" pitchFamily="66" charset="-78"/>
              </a:rPr>
              <a:t>Then, you will be able to enter another selection for further process.</a:t>
            </a:r>
            <a:endParaRPr lang="en-IN" sz="2400" dirty="0">
              <a:solidFill>
                <a:schemeClr val="bg1"/>
              </a:solidFill>
              <a:latin typeface="Bell MT" panose="02020503060305020303" pitchFamily="18" charset="0"/>
            </a:endParaRPr>
          </a:p>
          <a:p>
            <a:endParaRPr lang="en-IN" sz="2400" dirty="0">
              <a:solidFill>
                <a:schemeClr val="bg1"/>
              </a:solidFill>
              <a:latin typeface="Bell MT" panose="02020503060305020303" pitchFamily="18" charset="0"/>
            </a:endParaRPr>
          </a:p>
          <a:p>
            <a:endParaRPr lang="en-IN" sz="2000" dirty="0">
              <a:solidFill>
                <a:schemeClr val="bg1"/>
              </a:solidFill>
              <a:latin typeface="Bell MT" panose="02020503060305020303" pitchFamily="18" charset="0"/>
            </a:endParaRPr>
          </a:p>
        </p:txBody>
      </p:sp>
      <p:pic>
        <p:nvPicPr>
          <p:cNvPr id="6" name="Picture 5">
            <a:extLst>
              <a:ext uri="{FF2B5EF4-FFF2-40B4-BE49-F238E27FC236}">
                <a16:creationId xmlns:a16="http://schemas.microsoft.com/office/drawing/2014/main" id="{B8605C30-3C7E-9BCC-608C-AB885B5B5B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4217138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DBCC3-7397-FA24-E227-F847AA18FD91}"/>
              </a:ext>
            </a:extLst>
          </p:cNvPr>
          <p:cNvSpPr>
            <a:spLocks noGrp="1"/>
          </p:cNvSpPr>
          <p:nvPr>
            <p:ph type="title"/>
          </p:nvPr>
        </p:nvSpPr>
        <p:spPr/>
        <p:txBody>
          <a:bodyPr/>
          <a:lstStyle/>
          <a:p>
            <a:pPr algn="ctr"/>
            <a:r>
              <a:rPr lang="en-IN" dirty="0"/>
              <a:t>Sign up page</a:t>
            </a:r>
          </a:p>
        </p:txBody>
      </p:sp>
      <p:pic>
        <p:nvPicPr>
          <p:cNvPr id="5" name="Content Placeholder 4">
            <a:extLst>
              <a:ext uri="{FF2B5EF4-FFF2-40B4-BE49-F238E27FC236}">
                <a16:creationId xmlns:a16="http://schemas.microsoft.com/office/drawing/2014/main" id="{5DFEF84D-7228-F02F-BF53-7B96C72A462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28144" y="1825625"/>
            <a:ext cx="7735712" cy="4351338"/>
          </a:xfrm>
        </p:spPr>
      </p:pic>
    </p:spTree>
    <p:extLst>
      <p:ext uri="{BB962C8B-B14F-4D97-AF65-F5344CB8AC3E}">
        <p14:creationId xmlns:p14="http://schemas.microsoft.com/office/powerpoint/2010/main" val="5432936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766D7-2C80-60A7-4E88-A72DC30A12E1}"/>
              </a:ext>
            </a:extLst>
          </p:cNvPr>
          <p:cNvSpPr>
            <a:spLocks noGrp="1"/>
          </p:cNvSpPr>
          <p:nvPr>
            <p:ph type="title"/>
          </p:nvPr>
        </p:nvSpPr>
        <p:spPr/>
        <p:txBody>
          <a:bodyPr/>
          <a:lstStyle/>
          <a:p>
            <a:pPr algn="ctr"/>
            <a:r>
              <a:rPr lang="en-IN" dirty="0"/>
              <a:t>Sign in page</a:t>
            </a:r>
          </a:p>
        </p:txBody>
      </p:sp>
      <p:pic>
        <p:nvPicPr>
          <p:cNvPr id="5" name="Content Placeholder 4">
            <a:extLst>
              <a:ext uri="{FF2B5EF4-FFF2-40B4-BE49-F238E27FC236}">
                <a16:creationId xmlns:a16="http://schemas.microsoft.com/office/drawing/2014/main" id="{08B4A43B-CFE8-7A0A-185C-093F57ECAF2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28144" y="1825625"/>
            <a:ext cx="7735712" cy="4351338"/>
          </a:xfrm>
        </p:spPr>
      </p:pic>
    </p:spTree>
    <p:extLst>
      <p:ext uri="{BB962C8B-B14F-4D97-AF65-F5344CB8AC3E}">
        <p14:creationId xmlns:p14="http://schemas.microsoft.com/office/powerpoint/2010/main" val="31684340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5" name="Freeform: Shape 14">
            <a:extLst>
              <a:ext uri="{FF2B5EF4-FFF2-40B4-BE49-F238E27FC236}">
                <a16:creationId xmlns:a16="http://schemas.microsoft.com/office/drawing/2014/main" id="{AD21898E-86C0-4C8A-A76C-DF33E844C8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9542" y="0"/>
            <a:ext cx="10432916" cy="6858000"/>
          </a:xfrm>
          <a:custGeom>
            <a:avLst/>
            <a:gdLst>
              <a:gd name="connsiteX0" fmla="*/ 1287962 w 10432916"/>
              <a:gd name="connsiteY0" fmla="*/ 0 h 6858000"/>
              <a:gd name="connsiteX1" fmla="*/ 9144956 w 10432916"/>
              <a:gd name="connsiteY1" fmla="*/ 0 h 6858000"/>
              <a:gd name="connsiteX2" fmla="*/ 9241731 w 10432916"/>
              <a:gd name="connsiteY2" fmla="*/ 111692 h 6858000"/>
              <a:gd name="connsiteX3" fmla="*/ 10432916 w 10432916"/>
              <a:gd name="connsiteY3" fmla="*/ 3429001 h 6858000"/>
              <a:gd name="connsiteX4" fmla="*/ 9241730 w 10432916"/>
              <a:gd name="connsiteY4" fmla="*/ 6746310 h 6858000"/>
              <a:gd name="connsiteX5" fmla="*/ 9144957 w 10432916"/>
              <a:gd name="connsiteY5" fmla="*/ 6858000 h 6858000"/>
              <a:gd name="connsiteX6" fmla="*/ 1287959 w 10432916"/>
              <a:gd name="connsiteY6" fmla="*/ 6858000 h 6858000"/>
              <a:gd name="connsiteX7" fmla="*/ 1191186 w 10432916"/>
              <a:gd name="connsiteY7" fmla="*/ 6746310 h 6858000"/>
              <a:gd name="connsiteX8" fmla="*/ 0 w 10432916"/>
              <a:gd name="connsiteY8" fmla="*/ 3429001 h 6858000"/>
              <a:gd name="connsiteX9" fmla="*/ 1191186 w 10432916"/>
              <a:gd name="connsiteY9" fmla="*/ 11169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32916" h="6858000">
                <a:moveTo>
                  <a:pt x="1287962" y="0"/>
                </a:moveTo>
                <a:lnTo>
                  <a:pt x="9144956" y="0"/>
                </a:lnTo>
                <a:lnTo>
                  <a:pt x="9241731" y="111692"/>
                </a:lnTo>
                <a:cubicBezTo>
                  <a:pt x="9985889" y="1013175"/>
                  <a:pt x="10432916" y="2168897"/>
                  <a:pt x="10432916" y="3429001"/>
                </a:cubicBezTo>
                <a:cubicBezTo>
                  <a:pt x="10432916" y="4689105"/>
                  <a:pt x="9985889" y="5844827"/>
                  <a:pt x="9241730" y="6746310"/>
                </a:cubicBezTo>
                <a:lnTo>
                  <a:pt x="9144957" y="6858000"/>
                </a:lnTo>
                <a:lnTo>
                  <a:pt x="1287959" y="6858000"/>
                </a:lnTo>
                <a:lnTo>
                  <a:pt x="1191186" y="6746310"/>
                </a:lnTo>
                <a:cubicBezTo>
                  <a:pt x="447027" y="5844827"/>
                  <a:pt x="0" y="4689105"/>
                  <a:pt x="0" y="3429001"/>
                </a:cubicBezTo>
                <a:cubicBezTo>
                  <a:pt x="0" y="2168897"/>
                  <a:pt x="447027" y="1013175"/>
                  <a:pt x="1191186" y="111692"/>
                </a:cubicBez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5C8F04BD-D093-45D0-B54C-50FDB308B4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4942" y="0"/>
            <a:ext cx="9922116" cy="6858000"/>
          </a:xfrm>
          <a:custGeom>
            <a:avLst/>
            <a:gdLst>
              <a:gd name="connsiteX0" fmla="*/ 1378575 w 9922116"/>
              <a:gd name="connsiteY0" fmla="*/ 0 h 6858000"/>
              <a:gd name="connsiteX1" fmla="*/ 8543542 w 9922116"/>
              <a:gd name="connsiteY1" fmla="*/ 0 h 6858000"/>
              <a:gd name="connsiteX2" fmla="*/ 8633323 w 9922116"/>
              <a:gd name="connsiteY2" fmla="*/ 94145 h 6858000"/>
              <a:gd name="connsiteX3" fmla="*/ 9922116 w 9922116"/>
              <a:gd name="connsiteY3" fmla="*/ 3429001 h 6858000"/>
              <a:gd name="connsiteX4" fmla="*/ 8633323 w 9922116"/>
              <a:gd name="connsiteY4" fmla="*/ 6763858 h 6858000"/>
              <a:gd name="connsiteX5" fmla="*/ 8543544 w 9922116"/>
              <a:gd name="connsiteY5" fmla="*/ 6858000 h 6858000"/>
              <a:gd name="connsiteX6" fmla="*/ 1378573 w 9922116"/>
              <a:gd name="connsiteY6" fmla="*/ 6858000 h 6858000"/>
              <a:gd name="connsiteX7" fmla="*/ 1288793 w 9922116"/>
              <a:gd name="connsiteY7" fmla="*/ 6763858 h 6858000"/>
              <a:gd name="connsiteX8" fmla="*/ 0 w 9922116"/>
              <a:gd name="connsiteY8" fmla="*/ 3429001 h 6858000"/>
              <a:gd name="connsiteX9" fmla="*/ 1288793 w 9922116"/>
              <a:gd name="connsiteY9" fmla="*/ 9414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22116" h="6858000">
                <a:moveTo>
                  <a:pt x="1378575" y="0"/>
                </a:moveTo>
                <a:lnTo>
                  <a:pt x="8543542" y="0"/>
                </a:lnTo>
                <a:lnTo>
                  <a:pt x="8633323" y="94145"/>
                </a:lnTo>
                <a:cubicBezTo>
                  <a:pt x="9434072" y="974941"/>
                  <a:pt x="9922116" y="2144991"/>
                  <a:pt x="9922116" y="3429001"/>
                </a:cubicBezTo>
                <a:cubicBezTo>
                  <a:pt x="9922116" y="4713011"/>
                  <a:pt x="9434072" y="5883061"/>
                  <a:pt x="8633323" y="6763858"/>
                </a:cubicBezTo>
                <a:lnTo>
                  <a:pt x="8543544" y="6858000"/>
                </a:lnTo>
                <a:lnTo>
                  <a:pt x="1378573" y="6858000"/>
                </a:lnTo>
                <a:lnTo>
                  <a:pt x="1288793" y="6763858"/>
                </a:lnTo>
                <a:cubicBezTo>
                  <a:pt x="488044" y="5883061"/>
                  <a:pt x="0" y="4713011"/>
                  <a:pt x="0" y="3429001"/>
                </a:cubicBezTo>
                <a:cubicBezTo>
                  <a:pt x="0" y="2144991"/>
                  <a:pt x="488044" y="974941"/>
                  <a:pt x="1288793" y="94145"/>
                </a:cubicBezTo>
                <a:close/>
              </a:path>
            </a:pathLst>
          </a:custGeom>
          <a:solidFill>
            <a:schemeClr val="bg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9D76C3C-10DD-492F-8A08-FB529B4E89BA}"/>
              </a:ext>
            </a:extLst>
          </p:cNvPr>
          <p:cNvSpPr>
            <a:spLocks noGrp="1"/>
          </p:cNvSpPr>
          <p:nvPr>
            <p:ph type="title"/>
          </p:nvPr>
        </p:nvSpPr>
        <p:spPr>
          <a:xfrm>
            <a:off x="2311147" y="365760"/>
            <a:ext cx="7569706" cy="1288238"/>
          </a:xfrm>
        </p:spPr>
        <p:txBody>
          <a:bodyPr anchor="ctr">
            <a:normAutofit/>
          </a:bodyPr>
          <a:lstStyle/>
          <a:p>
            <a:pPr algn="ctr"/>
            <a:r>
              <a:rPr lang="en-IN" b="1" dirty="0">
                <a:solidFill>
                  <a:schemeClr val="accent4">
                    <a:lumMod val="60000"/>
                    <a:lumOff val="40000"/>
                  </a:schemeClr>
                </a:solidFill>
                <a:effectLst>
                  <a:outerShdw blurRad="38100" dist="38100" dir="2700000" algn="tl">
                    <a:srgbClr val="000000">
                      <a:alpha val="43137"/>
                    </a:srgbClr>
                  </a:outerShdw>
                </a:effectLst>
                <a:latin typeface="Rockwell" panose="02060603020205020403" pitchFamily="18" charset="0"/>
              </a:rPr>
              <a:t>Conclusion</a:t>
            </a:r>
          </a:p>
        </p:txBody>
      </p:sp>
      <p:sp>
        <p:nvSpPr>
          <p:cNvPr id="3" name="Content Placeholder 2">
            <a:extLst>
              <a:ext uri="{FF2B5EF4-FFF2-40B4-BE49-F238E27FC236}">
                <a16:creationId xmlns:a16="http://schemas.microsoft.com/office/drawing/2014/main" id="{A9A33763-19B6-4723-AE8E-A9AD732B9C3E}"/>
              </a:ext>
            </a:extLst>
          </p:cNvPr>
          <p:cNvSpPr>
            <a:spLocks noGrp="1"/>
          </p:cNvSpPr>
          <p:nvPr>
            <p:ph idx="1"/>
          </p:nvPr>
        </p:nvSpPr>
        <p:spPr>
          <a:xfrm>
            <a:off x="1992703" y="1956816"/>
            <a:ext cx="8238226" cy="4535424"/>
          </a:xfrm>
        </p:spPr>
        <p:txBody>
          <a:bodyPr anchor="t">
            <a:normAutofit fontScale="92500" lnSpcReduction="10000"/>
          </a:bodyPr>
          <a:lstStyle/>
          <a:p>
            <a:pPr marL="0" indent="0">
              <a:buNone/>
            </a:pPr>
            <a:r>
              <a:rPr lang="en-US" dirty="0">
                <a:latin typeface="Bell MT" panose="02020503060305020303" pitchFamily="18" charset="0"/>
              </a:rPr>
              <a:t>	</a:t>
            </a:r>
            <a:r>
              <a:rPr lang="en-US" sz="2200" dirty="0">
                <a:latin typeface="Bell MT" panose="02020503060305020303" pitchFamily="18" charset="0"/>
              </a:rPr>
              <a:t>This application software has been computed successfully and was also tested successfully by taking "test cases". It is user friendly, and has required options, which can be utilized by the user to perform the desired operations.</a:t>
            </a:r>
          </a:p>
          <a:p>
            <a:pPr marL="0" indent="0">
              <a:buNone/>
            </a:pPr>
            <a:r>
              <a:rPr lang="en-US" sz="2200" dirty="0">
                <a:latin typeface="Bell MT" panose="02020503060305020303" pitchFamily="18" charset="0"/>
              </a:rPr>
              <a:t>	The software is developed using as front end and MongoDB as back end in Windows environment. The goals that are achieved by the software are:-</a:t>
            </a:r>
          </a:p>
          <a:p>
            <a:pPr lvl="1">
              <a:buFont typeface="Wingdings" panose="05000000000000000000" pitchFamily="2" charset="2"/>
              <a:buChar char="ü"/>
            </a:pPr>
            <a:endParaRPr lang="en-US" dirty="0">
              <a:latin typeface="Bell MT" panose="02020503060305020303" pitchFamily="18" charset="0"/>
            </a:endParaRPr>
          </a:p>
          <a:p>
            <a:pPr lvl="1">
              <a:buFont typeface="Wingdings" panose="05000000000000000000" pitchFamily="2" charset="2"/>
              <a:buChar char="ü"/>
            </a:pPr>
            <a:r>
              <a:rPr lang="en-IN" dirty="0">
                <a:latin typeface="Bell MT" panose="02020503060305020303" pitchFamily="18" charset="0"/>
              </a:rPr>
              <a:t> Optimum utilization of resources.</a:t>
            </a:r>
          </a:p>
          <a:p>
            <a:pPr lvl="1">
              <a:buFont typeface="Wingdings" panose="05000000000000000000" pitchFamily="2" charset="2"/>
              <a:buChar char="ü"/>
            </a:pPr>
            <a:r>
              <a:rPr lang="en-IN" dirty="0">
                <a:latin typeface="Bell MT" panose="02020503060305020303" pitchFamily="18" charset="0"/>
              </a:rPr>
              <a:t> Efficient management of records.</a:t>
            </a:r>
          </a:p>
          <a:p>
            <a:pPr lvl="1">
              <a:buFont typeface="Wingdings" panose="05000000000000000000" pitchFamily="2" charset="2"/>
              <a:buChar char="ü"/>
            </a:pPr>
            <a:r>
              <a:rPr lang="en-IN" dirty="0">
                <a:latin typeface="Bell MT" panose="02020503060305020303" pitchFamily="18" charset="0"/>
              </a:rPr>
              <a:t> Simplification of the operations.</a:t>
            </a:r>
          </a:p>
          <a:p>
            <a:pPr lvl="1">
              <a:buFont typeface="Wingdings" panose="05000000000000000000" pitchFamily="2" charset="2"/>
              <a:buChar char="ü"/>
            </a:pPr>
            <a:r>
              <a:rPr lang="en-IN" dirty="0">
                <a:latin typeface="Bell MT" panose="02020503060305020303" pitchFamily="18" charset="0"/>
              </a:rPr>
              <a:t> </a:t>
            </a:r>
            <a:r>
              <a:rPr lang="en-US" dirty="0">
                <a:latin typeface="Bell MT" panose="02020503060305020303" pitchFamily="18" charset="0"/>
              </a:rPr>
              <a:t>Less processing time and getting required information.</a:t>
            </a:r>
          </a:p>
          <a:p>
            <a:pPr lvl="1">
              <a:buFont typeface="Wingdings" panose="05000000000000000000" pitchFamily="2" charset="2"/>
              <a:buChar char="ü"/>
            </a:pPr>
            <a:r>
              <a:rPr lang="en-US" dirty="0">
                <a:latin typeface="Bell MT" panose="02020503060305020303" pitchFamily="18" charset="0"/>
              </a:rPr>
              <a:t> User friendly.</a:t>
            </a:r>
          </a:p>
          <a:p>
            <a:pPr lvl="1">
              <a:buFont typeface="Wingdings" panose="05000000000000000000" pitchFamily="2" charset="2"/>
              <a:buChar char="ü"/>
            </a:pPr>
            <a:r>
              <a:rPr lang="en-US" dirty="0">
                <a:latin typeface="Bell MT" panose="02020503060305020303" pitchFamily="18" charset="0"/>
              </a:rPr>
              <a:t> Portable and flexible for further </a:t>
            </a:r>
            <a:r>
              <a:rPr lang="en-IN" dirty="0">
                <a:latin typeface="Bell MT" panose="02020503060305020303" pitchFamily="18" charset="0"/>
              </a:rPr>
              <a:t>enhancement.</a:t>
            </a:r>
            <a:endParaRPr lang="en-US" dirty="0">
              <a:latin typeface="Bell MT" panose="02020503060305020303" pitchFamily="18" charset="0"/>
            </a:endParaRPr>
          </a:p>
          <a:p>
            <a:pPr lvl="1">
              <a:buFont typeface="Wingdings" panose="05000000000000000000" pitchFamily="2" charset="2"/>
              <a:buChar char="ü"/>
            </a:pPr>
            <a:endParaRPr lang="en-IN" dirty="0">
              <a:latin typeface="Bell MT" panose="02020503060305020303" pitchFamily="18" charset="0"/>
            </a:endParaRPr>
          </a:p>
        </p:txBody>
      </p:sp>
    </p:spTree>
    <p:extLst>
      <p:ext uri="{BB962C8B-B14F-4D97-AF65-F5344CB8AC3E}">
        <p14:creationId xmlns:p14="http://schemas.microsoft.com/office/powerpoint/2010/main" val="3483070415"/>
      </p:ext>
    </p:extLst>
  </p:cSld>
  <p:clrMapOvr>
    <a:overrideClrMapping bg1="dk1" tx1="lt1" bg2="dk2" tx2="lt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B32A67F-3598-4A13-8552-DA884FFCCE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947E438F-9F5F-44DF-996E-3E4DEF232F42}"/>
              </a:ext>
            </a:extLst>
          </p:cNvPr>
          <p:cNvSpPr>
            <a:spLocks noGrp="1"/>
          </p:cNvSpPr>
          <p:nvPr>
            <p:ph type="title"/>
          </p:nvPr>
        </p:nvSpPr>
        <p:spPr>
          <a:xfrm>
            <a:off x="799910" y="2773389"/>
            <a:ext cx="4573475" cy="2076333"/>
          </a:xfrm>
        </p:spPr>
        <p:txBody>
          <a:bodyPr vert="horz" lIns="91440" tIns="45720" rIns="91440" bIns="45720" rtlCol="0" anchor="t">
            <a:normAutofit/>
          </a:bodyPr>
          <a:lstStyle/>
          <a:p>
            <a:r>
              <a:rPr lang="en-US" sz="6000" b="1" i="1" kern="1200" dirty="0">
                <a:solidFill>
                  <a:schemeClr val="accent4">
                    <a:lumMod val="60000"/>
                    <a:lumOff val="40000"/>
                  </a:schemeClr>
                </a:solidFill>
                <a:effectLst>
                  <a:outerShdw blurRad="38100" dist="38100" dir="2700000" algn="tl">
                    <a:srgbClr val="000000">
                      <a:alpha val="43137"/>
                    </a:srgbClr>
                  </a:outerShdw>
                </a:effectLst>
                <a:latin typeface="Rockwell" panose="02060603020205020403" pitchFamily="18" charset="0"/>
              </a:rPr>
              <a:t>Thank You !</a:t>
            </a:r>
          </a:p>
        </p:txBody>
      </p:sp>
      <p:sp>
        <p:nvSpPr>
          <p:cNvPr id="13" name="Freeform: Shape 12">
            <a:extLst>
              <a:ext uri="{FF2B5EF4-FFF2-40B4-BE49-F238E27FC236}">
                <a16:creationId xmlns:a16="http://schemas.microsoft.com/office/drawing/2014/main" id="{BCC55ACC-A2F6-403C-A3A4-D59B3734D4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57312" y="381000"/>
            <a:ext cx="6334689" cy="6477000"/>
          </a:xfrm>
          <a:custGeom>
            <a:avLst/>
            <a:gdLst>
              <a:gd name="connsiteX0" fmla="*/ 3561588 w 6334689"/>
              <a:gd name="connsiteY0" fmla="*/ 0 h 6477000"/>
              <a:gd name="connsiteX1" fmla="*/ 6309883 w 6334689"/>
              <a:gd name="connsiteY1" fmla="*/ 1296087 h 6477000"/>
              <a:gd name="connsiteX2" fmla="*/ 6334689 w 6334689"/>
              <a:gd name="connsiteY2" fmla="*/ 1329261 h 6477000"/>
              <a:gd name="connsiteX3" fmla="*/ 6334689 w 6334689"/>
              <a:gd name="connsiteY3" fmla="*/ 5793916 h 6477000"/>
              <a:gd name="connsiteX4" fmla="*/ 6309883 w 6334689"/>
              <a:gd name="connsiteY4" fmla="*/ 5827089 h 6477000"/>
              <a:gd name="connsiteX5" fmla="*/ 5760467 w 6334689"/>
              <a:gd name="connsiteY5" fmla="*/ 6363539 h 6477000"/>
              <a:gd name="connsiteX6" fmla="*/ 5607796 w 6334689"/>
              <a:gd name="connsiteY6" fmla="*/ 6477000 h 6477000"/>
              <a:gd name="connsiteX7" fmla="*/ 1519571 w 6334689"/>
              <a:gd name="connsiteY7" fmla="*/ 6477000 h 6477000"/>
              <a:gd name="connsiteX8" fmla="*/ 1296088 w 6334689"/>
              <a:gd name="connsiteY8" fmla="*/ 6309883 h 6477000"/>
              <a:gd name="connsiteX9" fmla="*/ 0 w 6334689"/>
              <a:gd name="connsiteY9" fmla="*/ 3561588 h 6477000"/>
              <a:gd name="connsiteX10" fmla="*/ 3561588 w 6334689"/>
              <a:gd name="connsiteY10" fmla="*/ 0 h 6477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334689" h="6477000">
                <a:moveTo>
                  <a:pt x="3561588" y="0"/>
                </a:moveTo>
                <a:cubicBezTo>
                  <a:pt x="4668032" y="0"/>
                  <a:pt x="5656635" y="504534"/>
                  <a:pt x="6309883" y="1296087"/>
                </a:cubicBezTo>
                <a:lnTo>
                  <a:pt x="6334689" y="1329261"/>
                </a:lnTo>
                <a:lnTo>
                  <a:pt x="6334689" y="5793916"/>
                </a:lnTo>
                <a:lnTo>
                  <a:pt x="6309883" y="5827089"/>
                </a:lnTo>
                <a:cubicBezTo>
                  <a:pt x="6146571" y="6024977"/>
                  <a:pt x="5962299" y="6204927"/>
                  <a:pt x="5760467" y="6363539"/>
                </a:cubicBezTo>
                <a:lnTo>
                  <a:pt x="5607796" y="6477000"/>
                </a:lnTo>
                <a:lnTo>
                  <a:pt x="1519571" y="6477000"/>
                </a:lnTo>
                <a:lnTo>
                  <a:pt x="1296088" y="6309883"/>
                </a:lnTo>
                <a:cubicBezTo>
                  <a:pt x="504535" y="5656635"/>
                  <a:pt x="0" y="4668032"/>
                  <a:pt x="0" y="3561588"/>
                </a:cubicBezTo>
                <a:cubicBezTo>
                  <a:pt x="0" y="1594577"/>
                  <a:pt x="1594577" y="0"/>
                  <a:pt x="3561588" y="0"/>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Freeform: Shape 14">
            <a:extLst>
              <a:ext uri="{FF2B5EF4-FFF2-40B4-BE49-F238E27FC236}">
                <a16:creationId xmlns:a16="http://schemas.microsoft.com/office/drawing/2014/main" id="{598EBA13-C937-430B-9523-439FE21096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21086" y="544777"/>
            <a:ext cx="6170914" cy="6313225"/>
          </a:xfrm>
          <a:custGeom>
            <a:avLst/>
            <a:gdLst>
              <a:gd name="connsiteX0" fmla="*/ 3397813 w 6170914"/>
              <a:gd name="connsiteY0" fmla="*/ 0 h 6313225"/>
              <a:gd name="connsiteX1" fmla="*/ 6019731 w 6170914"/>
              <a:gd name="connsiteY1" fmla="*/ 1236489 h 6313225"/>
              <a:gd name="connsiteX2" fmla="*/ 6170914 w 6170914"/>
              <a:gd name="connsiteY2" fmla="*/ 1438663 h 6313225"/>
              <a:gd name="connsiteX3" fmla="*/ 6170914 w 6170914"/>
              <a:gd name="connsiteY3" fmla="*/ 5356963 h 6313225"/>
              <a:gd name="connsiteX4" fmla="*/ 6019731 w 6170914"/>
              <a:gd name="connsiteY4" fmla="*/ 5559138 h 6313225"/>
              <a:gd name="connsiteX5" fmla="*/ 5194591 w 6170914"/>
              <a:gd name="connsiteY5" fmla="*/ 6282226 h 6313225"/>
              <a:gd name="connsiteX6" fmla="*/ 5141791 w 6170914"/>
              <a:gd name="connsiteY6" fmla="*/ 6313225 h 6313225"/>
              <a:gd name="connsiteX7" fmla="*/ 1659199 w 6170914"/>
              <a:gd name="connsiteY7" fmla="*/ 6313225 h 6313225"/>
              <a:gd name="connsiteX8" fmla="*/ 1498064 w 6170914"/>
              <a:gd name="connsiteY8" fmla="*/ 6215333 h 6313225"/>
              <a:gd name="connsiteX9" fmla="*/ 0 w 6170914"/>
              <a:gd name="connsiteY9" fmla="*/ 3397813 h 6313225"/>
              <a:gd name="connsiteX10" fmla="*/ 3397813 w 6170914"/>
              <a:gd name="connsiteY10" fmla="*/ 0 h 6313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70914" h="6313225">
                <a:moveTo>
                  <a:pt x="3397813" y="0"/>
                </a:moveTo>
                <a:cubicBezTo>
                  <a:pt x="4453378" y="0"/>
                  <a:pt x="5396522" y="481334"/>
                  <a:pt x="6019731" y="1236489"/>
                </a:cubicBezTo>
                <a:lnTo>
                  <a:pt x="6170914" y="1438663"/>
                </a:lnTo>
                <a:lnTo>
                  <a:pt x="6170914" y="5356963"/>
                </a:lnTo>
                <a:lnTo>
                  <a:pt x="6019731" y="5559138"/>
                </a:lnTo>
                <a:cubicBezTo>
                  <a:pt x="5786028" y="5842321"/>
                  <a:pt x="5507333" y="6086998"/>
                  <a:pt x="5194591" y="6282226"/>
                </a:cubicBezTo>
                <a:lnTo>
                  <a:pt x="5141791" y="6313225"/>
                </a:lnTo>
                <a:lnTo>
                  <a:pt x="1659199" y="6313225"/>
                </a:lnTo>
                <a:lnTo>
                  <a:pt x="1498064" y="6215333"/>
                </a:lnTo>
                <a:cubicBezTo>
                  <a:pt x="594240" y="5604721"/>
                  <a:pt x="0" y="4570663"/>
                  <a:pt x="0" y="3397813"/>
                </a:cubicBezTo>
                <a:cubicBezTo>
                  <a:pt x="0" y="1521253"/>
                  <a:pt x="1521253" y="0"/>
                  <a:pt x="339781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8" name="Graphic 7" descr="Handshake">
            <a:extLst>
              <a:ext uri="{FF2B5EF4-FFF2-40B4-BE49-F238E27FC236}">
                <a16:creationId xmlns:a16="http://schemas.microsoft.com/office/drawing/2014/main" id="{8EEE4084-EEB3-43F2-B2A8-FC4F968E3C1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10424" y="1845770"/>
            <a:ext cx="4333875" cy="4333875"/>
          </a:xfrm>
          <a:prstGeom prst="rect">
            <a:avLst/>
          </a:prstGeom>
        </p:spPr>
      </p:pic>
    </p:spTree>
    <p:extLst>
      <p:ext uri="{BB962C8B-B14F-4D97-AF65-F5344CB8AC3E}">
        <p14:creationId xmlns:p14="http://schemas.microsoft.com/office/powerpoint/2010/main" val="22199202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1295</TotalTime>
  <Words>1370</Words>
  <Application>Microsoft Office PowerPoint</Application>
  <PresentationFormat>Widescreen</PresentationFormat>
  <Paragraphs>85</Paragraphs>
  <Slides>19</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Amasis MT Pro</vt:lpstr>
      <vt:lpstr>Arial</vt:lpstr>
      <vt:lpstr>Bell MT</vt:lpstr>
      <vt:lpstr>Calibri</vt:lpstr>
      <vt:lpstr>Calibri Light</vt:lpstr>
      <vt:lpstr>Courier New</vt:lpstr>
      <vt:lpstr>Rockwell</vt:lpstr>
      <vt:lpstr>Wingdings</vt:lpstr>
      <vt:lpstr>Office Theme</vt:lpstr>
      <vt:lpstr>Capstone        Project</vt:lpstr>
      <vt:lpstr>Introduction</vt:lpstr>
      <vt:lpstr>Proposed Project</vt:lpstr>
      <vt:lpstr>Reason for Selecting </vt:lpstr>
      <vt:lpstr>What is front end ?</vt:lpstr>
      <vt:lpstr>What is back end ?</vt:lpstr>
      <vt:lpstr>Methodology</vt:lpstr>
      <vt:lpstr>Project Technical Specification</vt:lpstr>
      <vt:lpstr>Limitation and Future Application  of the Project</vt:lpstr>
      <vt:lpstr>Resources /References</vt:lpstr>
      <vt:lpstr>Data base diagram</vt:lpstr>
      <vt:lpstr>How to Add a New Contact in Phonebook  ?</vt:lpstr>
      <vt:lpstr>How to Search existing Contact in Phonebook ?</vt:lpstr>
      <vt:lpstr>New List After Contact Deletion  </vt:lpstr>
      <vt:lpstr>How to Exit From Phonebook Application?</vt:lpstr>
      <vt:lpstr>Sign up page</vt:lpstr>
      <vt:lpstr>Sign in page</vt:lpstr>
      <vt:lpstr>Conclusion</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Programming</dc:title>
  <dc:creator>Ronak Chauhan</dc:creator>
  <cp:lastModifiedBy>robin sojaliya</cp:lastModifiedBy>
  <cp:revision>34</cp:revision>
  <dcterms:created xsi:type="dcterms:W3CDTF">2022-01-22T18:37:22Z</dcterms:created>
  <dcterms:modified xsi:type="dcterms:W3CDTF">2023-04-21T04:46:50Z</dcterms:modified>
</cp:coreProperties>
</file>